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7"/>
  </p:notesMasterIdLst>
  <p:sldIdLst>
    <p:sldId id="258" r:id="rId3"/>
    <p:sldId id="259" r:id="rId4"/>
    <p:sldId id="256" r:id="rId5"/>
    <p:sldId id="257" r:id="rId6"/>
  </p:sldIdLst>
  <p:sldSz cx="9144000" cy="5143500" type="screen16x9"/>
  <p:notesSz cx="6858000" cy="9144000"/>
  <p:embeddedFontLst>
    <p:embeddedFont>
      <p:font typeface="Play" panose="020B0604020202020204" charset="0"/>
      <p:regular r:id="rId8"/>
      <p:bold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" roundtripDataSignature="AMtx7milhtfR5+h4qpZsYI7eKK75mbSQ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7C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95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41" y="52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customschemas.google.com/relationships/presentationmetadata" Target="metadata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2D7C71C3-8976-58DC-C903-FB9E1ADA0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:notes">
            <a:extLst>
              <a:ext uri="{FF2B5EF4-FFF2-40B4-BE49-F238E27FC236}">
                <a16:creationId xmlns:a16="http://schemas.microsoft.com/office/drawing/2014/main" id="{674ADFCE-8B72-2352-EE52-1350C51F4E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:notes">
            <a:extLst>
              <a:ext uri="{FF2B5EF4-FFF2-40B4-BE49-F238E27FC236}">
                <a16:creationId xmlns:a16="http://schemas.microsoft.com/office/drawing/2014/main" id="{3546A926-62AC-3A53-AB44-CC06B043AE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0695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0C88F2F0-7614-CB38-C6EE-F8376E680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:notes">
            <a:extLst>
              <a:ext uri="{FF2B5EF4-FFF2-40B4-BE49-F238E27FC236}">
                <a16:creationId xmlns:a16="http://schemas.microsoft.com/office/drawing/2014/main" id="{A943BFDA-886D-BE6E-026B-BAAE8F9785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2:notes">
            <a:extLst>
              <a:ext uri="{FF2B5EF4-FFF2-40B4-BE49-F238E27FC236}">
                <a16:creationId xmlns:a16="http://schemas.microsoft.com/office/drawing/2014/main" id="{8BC8BD6A-41DA-C395-3DAC-BA2202A0E7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2166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Google Shape;41;p1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6" name="Google Shape;86;p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7" name="Google Shape;8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1" name="Google Shape;9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5" name="Google Shape;95;p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6" name="Google Shape;96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2" name="Google Shape;102;p1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3" name="Google Shape;10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06" name="Google Shape;10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0" name="Google Shape;110;p1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1" name="Google Shape;111;p1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2" name="Google Shape;112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8" name="Google Shape;118;p1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9" name="Google Shape;119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5856B003-10B6-DEB6-6F94-4B5EC9A1C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">
            <a:extLst>
              <a:ext uri="{FF2B5EF4-FFF2-40B4-BE49-F238E27FC236}">
                <a16:creationId xmlns:a16="http://schemas.microsoft.com/office/drawing/2014/main" id="{5A7E7926-CEC5-6664-AA4F-003786E5D22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8411" y="3172379"/>
            <a:ext cx="591493" cy="48749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">
            <a:extLst>
              <a:ext uri="{FF2B5EF4-FFF2-40B4-BE49-F238E27FC236}">
                <a16:creationId xmlns:a16="http://schemas.microsoft.com/office/drawing/2014/main" id="{D6B2CE40-701B-9723-1E91-306479B2E726}"/>
              </a:ext>
            </a:extLst>
          </p:cNvPr>
          <p:cNvSpPr txBox="1"/>
          <p:nvPr/>
        </p:nvSpPr>
        <p:spPr>
          <a:xfrm>
            <a:off x="3521225" y="4403285"/>
            <a:ext cx="143942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200" b="1" i="0" u="none" strike="noStrike" cap="none">
                <a:solidFill>
                  <a:srgbClr val="F37A54"/>
                </a:solidFill>
                <a:latin typeface="Calibri"/>
                <a:ea typeface="Calibri"/>
                <a:cs typeface="Calibri"/>
                <a:sym typeface="Calibri"/>
              </a:rPr>
              <a:t>Oct’23 – Jan‘24</a:t>
            </a:r>
            <a:endParaRPr/>
          </a:p>
        </p:txBody>
      </p:sp>
      <p:grpSp>
        <p:nvGrpSpPr>
          <p:cNvPr id="128" name="Google Shape;128;p1">
            <a:extLst>
              <a:ext uri="{FF2B5EF4-FFF2-40B4-BE49-F238E27FC236}">
                <a16:creationId xmlns:a16="http://schemas.microsoft.com/office/drawing/2014/main" id="{7CC2488A-4B7C-6D23-1620-0C6903524BEC}"/>
              </a:ext>
            </a:extLst>
          </p:cNvPr>
          <p:cNvGrpSpPr/>
          <p:nvPr/>
        </p:nvGrpSpPr>
        <p:grpSpPr>
          <a:xfrm>
            <a:off x="521683" y="1747230"/>
            <a:ext cx="3929902" cy="3139997"/>
            <a:chOff x="6925925" y="2079678"/>
            <a:chExt cx="5239869" cy="4186662"/>
          </a:xfrm>
        </p:grpSpPr>
        <p:cxnSp>
          <p:nvCxnSpPr>
            <p:cNvPr id="129" name="Google Shape;129;p1">
              <a:extLst>
                <a:ext uri="{FF2B5EF4-FFF2-40B4-BE49-F238E27FC236}">
                  <a16:creationId xmlns:a16="http://schemas.microsoft.com/office/drawing/2014/main" id="{81C459E4-B300-DE16-2BC5-E763B8FE3B92}"/>
                </a:ext>
              </a:extLst>
            </p:cNvPr>
            <p:cNvCxnSpPr/>
            <p:nvPr/>
          </p:nvCxnSpPr>
          <p:spPr>
            <a:xfrm>
              <a:off x="7655061" y="2079678"/>
              <a:ext cx="0" cy="3467100"/>
            </a:xfrm>
            <a:prstGeom prst="straightConnector1">
              <a:avLst/>
            </a:prstGeom>
            <a:noFill/>
            <a:ln w="34925" cap="flat" cmpd="sng">
              <a:solidFill>
                <a:srgbClr val="005B67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0" name="Google Shape;130;p1">
              <a:extLst>
                <a:ext uri="{FF2B5EF4-FFF2-40B4-BE49-F238E27FC236}">
                  <a16:creationId xmlns:a16="http://schemas.microsoft.com/office/drawing/2014/main" id="{B77117C9-702D-8553-6645-A0712C2E5DC9}"/>
                </a:ext>
              </a:extLst>
            </p:cNvPr>
            <p:cNvCxnSpPr/>
            <p:nvPr/>
          </p:nvCxnSpPr>
          <p:spPr>
            <a:xfrm rot="10800000">
              <a:off x="7655061" y="5546778"/>
              <a:ext cx="4432300" cy="0"/>
            </a:xfrm>
            <a:prstGeom prst="straightConnector1">
              <a:avLst/>
            </a:prstGeom>
            <a:noFill/>
            <a:ln w="34925" cap="flat" cmpd="sng">
              <a:solidFill>
                <a:srgbClr val="005B67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31" name="Google Shape;131;p1">
              <a:extLst>
                <a:ext uri="{FF2B5EF4-FFF2-40B4-BE49-F238E27FC236}">
                  <a16:creationId xmlns:a16="http://schemas.microsoft.com/office/drawing/2014/main" id="{96C250B3-FD1A-72A7-70BB-BA653F131670}"/>
                </a:ext>
              </a:extLst>
            </p:cNvPr>
            <p:cNvSpPr txBox="1"/>
            <p:nvPr/>
          </p:nvSpPr>
          <p:spPr>
            <a:xfrm>
              <a:off x="7337013" y="5621084"/>
              <a:ext cx="19192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1200" b="1" i="0" u="none" strike="noStrike" cap="none">
                  <a:solidFill>
                    <a:srgbClr val="F37A54"/>
                  </a:solidFill>
                  <a:latin typeface="Calibri"/>
                  <a:ea typeface="Calibri"/>
                  <a:cs typeface="Calibri"/>
                  <a:sym typeface="Calibri"/>
                </a:rPr>
                <a:t>Oct’22 – Jan‘23</a:t>
              </a:r>
              <a:endParaRPr/>
            </a:p>
          </p:txBody>
        </p:sp>
        <p:sp>
          <p:nvSpPr>
            <p:cNvPr id="132" name="Google Shape;132;p1">
              <a:extLst>
                <a:ext uri="{FF2B5EF4-FFF2-40B4-BE49-F238E27FC236}">
                  <a16:creationId xmlns:a16="http://schemas.microsoft.com/office/drawing/2014/main" id="{AA4CE5D5-1641-6023-1D8F-00380349218C}"/>
                </a:ext>
              </a:extLst>
            </p:cNvPr>
            <p:cNvSpPr txBox="1"/>
            <p:nvPr/>
          </p:nvSpPr>
          <p:spPr>
            <a:xfrm>
              <a:off x="8413645" y="5897008"/>
              <a:ext cx="19192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Jan – Mar’23</a:t>
              </a:r>
              <a:endParaRPr/>
            </a:p>
          </p:txBody>
        </p:sp>
        <p:sp>
          <p:nvSpPr>
            <p:cNvPr id="133" name="Google Shape;133;p1">
              <a:extLst>
                <a:ext uri="{FF2B5EF4-FFF2-40B4-BE49-F238E27FC236}">
                  <a16:creationId xmlns:a16="http://schemas.microsoft.com/office/drawing/2014/main" id="{2149443E-8E79-56AE-A916-C4B5E4246674}"/>
                </a:ext>
              </a:extLst>
            </p:cNvPr>
            <p:cNvSpPr txBox="1"/>
            <p:nvPr/>
          </p:nvSpPr>
          <p:spPr>
            <a:xfrm>
              <a:off x="9220097" y="5595593"/>
              <a:ext cx="19192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Apr – June’23</a:t>
              </a:r>
              <a:endParaRPr/>
            </a:p>
          </p:txBody>
        </p:sp>
        <p:sp>
          <p:nvSpPr>
            <p:cNvPr id="134" name="Google Shape;134;p1">
              <a:extLst>
                <a:ext uri="{FF2B5EF4-FFF2-40B4-BE49-F238E27FC236}">
                  <a16:creationId xmlns:a16="http://schemas.microsoft.com/office/drawing/2014/main" id="{0B5A1E44-2395-A913-609E-AC8BF16C26CD}"/>
                </a:ext>
              </a:extLst>
            </p:cNvPr>
            <p:cNvSpPr txBox="1"/>
            <p:nvPr/>
          </p:nvSpPr>
          <p:spPr>
            <a:xfrm>
              <a:off x="10246559" y="5885268"/>
              <a:ext cx="19192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Jul – Sep’23</a:t>
              </a:r>
              <a:endParaRPr/>
            </a:p>
          </p:txBody>
        </p:sp>
        <p:cxnSp>
          <p:nvCxnSpPr>
            <p:cNvPr id="135" name="Google Shape;135;p1">
              <a:extLst>
                <a:ext uri="{FF2B5EF4-FFF2-40B4-BE49-F238E27FC236}">
                  <a16:creationId xmlns:a16="http://schemas.microsoft.com/office/drawing/2014/main" id="{C4A13452-5B3F-D4EF-8F0A-A737B5B61DE3}"/>
                </a:ext>
              </a:extLst>
            </p:cNvPr>
            <p:cNvCxnSpPr/>
            <p:nvPr/>
          </p:nvCxnSpPr>
          <p:spPr>
            <a:xfrm rot="10800000">
              <a:off x="8501469" y="2079750"/>
              <a:ext cx="12600" cy="3480000"/>
            </a:xfrm>
            <a:prstGeom prst="straightConnector1">
              <a:avLst/>
            </a:prstGeom>
            <a:noFill/>
            <a:ln w="12700" cap="flat" cmpd="sng">
              <a:solidFill>
                <a:schemeClr val="accent1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sp>
          <p:nvSpPr>
            <p:cNvPr id="136" name="Google Shape;136;p1">
              <a:extLst>
                <a:ext uri="{FF2B5EF4-FFF2-40B4-BE49-F238E27FC236}">
                  <a16:creationId xmlns:a16="http://schemas.microsoft.com/office/drawing/2014/main" id="{1C371A41-5A83-4C1F-880C-4F7395DA9626}"/>
                </a:ext>
              </a:extLst>
            </p:cNvPr>
            <p:cNvSpPr/>
            <p:nvPr/>
          </p:nvSpPr>
          <p:spPr>
            <a:xfrm>
              <a:off x="8501369" y="2491836"/>
              <a:ext cx="868191" cy="330198"/>
            </a:xfrm>
            <a:prstGeom prst="rect">
              <a:avLst/>
            </a:prstGeom>
            <a:solidFill>
              <a:srgbClr val="005B67"/>
            </a:solidFill>
            <a:ln w="12700" cap="flat" cmpd="sng">
              <a:solidFill>
                <a:srgbClr val="00262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135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3M</a:t>
              </a:r>
              <a:endParaRPr/>
            </a:p>
          </p:txBody>
        </p:sp>
        <p:sp>
          <p:nvSpPr>
            <p:cNvPr id="137" name="Google Shape;137;p1">
              <a:extLst>
                <a:ext uri="{FF2B5EF4-FFF2-40B4-BE49-F238E27FC236}">
                  <a16:creationId xmlns:a16="http://schemas.microsoft.com/office/drawing/2014/main" id="{0FF72221-944A-CF3E-B4D5-070B4027FEEE}"/>
                </a:ext>
              </a:extLst>
            </p:cNvPr>
            <p:cNvSpPr/>
            <p:nvPr/>
          </p:nvSpPr>
          <p:spPr>
            <a:xfrm>
              <a:off x="9397146" y="2496759"/>
              <a:ext cx="450696" cy="325277"/>
            </a:xfrm>
            <a:prstGeom prst="rect">
              <a:avLst/>
            </a:prstGeom>
            <a:solidFill>
              <a:srgbClr val="005B67"/>
            </a:solidFill>
            <a:ln w="12700" cap="flat" cmpd="sng">
              <a:solidFill>
                <a:srgbClr val="00262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800" b="0" i="0" u="none" strike="noStrike" cap="none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1M</a:t>
              </a:r>
              <a:endParaRPr sz="800" dirty="0"/>
            </a:p>
          </p:txBody>
        </p:sp>
        <p:sp>
          <p:nvSpPr>
            <p:cNvPr id="138" name="Google Shape;138;p1">
              <a:extLst>
                <a:ext uri="{FF2B5EF4-FFF2-40B4-BE49-F238E27FC236}">
                  <a16:creationId xmlns:a16="http://schemas.microsoft.com/office/drawing/2014/main" id="{99302286-8822-41A0-0469-3CF9815E8400}"/>
                </a:ext>
              </a:extLst>
            </p:cNvPr>
            <p:cNvSpPr/>
            <p:nvPr/>
          </p:nvSpPr>
          <p:spPr>
            <a:xfrm>
              <a:off x="10284433" y="2492055"/>
              <a:ext cx="903895" cy="330198"/>
            </a:xfrm>
            <a:prstGeom prst="rect">
              <a:avLst/>
            </a:prstGeom>
            <a:solidFill>
              <a:srgbClr val="005B67"/>
            </a:solidFill>
            <a:ln w="12700" cap="flat" cmpd="sng">
              <a:solidFill>
                <a:srgbClr val="00262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135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3M</a:t>
              </a:r>
              <a:endParaRPr/>
            </a:p>
          </p:txBody>
        </p:sp>
        <p:cxnSp>
          <p:nvCxnSpPr>
            <p:cNvPr id="139" name="Google Shape;139;p1">
              <a:extLst>
                <a:ext uri="{FF2B5EF4-FFF2-40B4-BE49-F238E27FC236}">
                  <a16:creationId xmlns:a16="http://schemas.microsoft.com/office/drawing/2014/main" id="{FABD52AF-E766-A013-4E8B-2969F2CF7F99}"/>
                </a:ext>
              </a:extLst>
            </p:cNvPr>
            <p:cNvCxnSpPr/>
            <p:nvPr/>
          </p:nvCxnSpPr>
          <p:spPr>
            <a:xfrm rot="10800000">
              <a:off x="9382260" y="2079750"/>
              <a:ext cx="0" cy="3480000"/>
            </a:xfrm>
            <a:prstGeom prst="straightConnector1">
              <a:avLst/>
            </a:prstGeom>
            <a:noFill/>
            <a:ln w="12700" cap="flat" cmpd="sng">
              <a:solidFill>
                <a:schemeClr val="accent1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0" name="Google Shape;140;p1">
              <a:extLst>
                <a:ext uri="{FF2B5EF4-FFF2-40B4-BE49-F238E27FC236}">
                  <a16:creationId xmlns:a16="http://schemas.microsoft.com/office/drawing/2014/main" id="{B3D2A7B0-49EF-6097-D1FF-FA8BE1552E98}"/>
                </a:ext>
              </a:extLst>
            </p:cNvPr>
            <p:cNvCxnSpPr/>
            <p:nvPr/>
          </p:nvCxnSpPr>
          <p:spPr>
            <a:xfrm rot="10800000">
              <a:off x="10264128" y="2086046"/>
              <a:ext cx="12000" cy="3423900"/>
            </a:xfrm>
            <a:prstGeom prst="straightConnector1">
              <a:avLst/>
            </a:prstGeom>
            <a:noFill/>
            <a:ln w="12700" cap="flat" cmpd="sng">
              <a:solidFill>
                <a:schemeClr val="accent1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1" name="Google Shape;141;p1">
              <a:extLst>
                <a:ext uri="{FF2B5EF4-FFF2-40B4-BE49-F238E27FC236}">
                  <a16:creationId xmlns:a16="http://schemas.microsoft.com/office/drawing/2014/main" id="{6F352803-93BF-9BC8-4B25-D5B4C5DD523D}"/>
                </a:ext>
              </a:extLst>
            </p:cNvPr>
            <p:cNvCxnSpPr/>
            <p:nvPr/>
          </p:nvCxnSpPr>
          <p:spPr>
            <a:xfrm rot="10800000">
              <a:off x="11181171" y="2079750"/>
              <a:ext cx="12600" cy="3480000"/>
            </a:xfrm>
            <a:prstGeom prst="straightConnector1">
              <a:avLst/>
            </a:prstGeom>
            <a:noFill/>
            <a:ln w="12700" cap="flat" cmpd="sng">
              <a:solidFill>
                <a:schemeClr val="accent1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sp>
          <p:nvSpPr>
            <p:cNvPr id="142" name="Google Shape;142;p1">
              <a:extLst>
                <a:ext uri="{FF2B5EF4-FFF2-40B4-BE49-F238E27FC236}">
                  <a16:creationId xmlns:a16="http://schemas.microsoft.com/office/drawing/2014/main" id="{4234E3E5-C8F8-A336-2589-3E421043DF9A}"/>
                </a:ext>
              </a:extLst>
            </p:cNvPr>
            <p:cNvSpPr/>
            <p:nvPr/>
          </p:nvSpPr>
          <p:spPr>
            <a:xfrm>
              <a:off x="7652723" y="4116675"/>
              <a:ext cx="847533" cy="330198"/>
            </a:xfrm>
            <a:prstGeom prst="rect">
              <a:avLst/>
            </a:prstGeom>
            <a:solidFill>
              <a:srgbClr val="40A7D4"/>
            </a:solidFill>
            <a:ln w="12700" cap="flat" cmpd="sng">
              <a:solidFill>
                <a:srgbClr val="1B46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">
              <a:extLst>
                <a:ext uri="{FF2B5EF4-FFF2-40B4-BE49-F238E27FC236}">
                  <a16:creationId xmlns:a16="http://schemas.microsoft.com/office/drawing/2014/main" id="{244E3A12-CF13-1087-D457-12A1A5DDD157}"/>
                </a:ext>
              </a:extLst>
            </p:cNvPr>
            <p:cNvSpPr/>
            <p:nvPr/>
          </p:nvSpPr>
          <p:spPr>
            <a:xfrm>
              <a:off x="7651667" y="4982932"/>
              <a:ext cx="854224" cy="330198"/>
            </a:xfrm>
            <a:prstGeom prst="rect">
              <a:avLst/>
            </a:prstGeom>
            <a:solidFill>
              <a:srgbClr val="40A7D4"/>
            </a:solidFill>
            <a:ln w="12700" cap="flat" cmpd="sng">
              <a:solidFill>
                <a:srgbClr val="1B46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">
              <a:extLst>
                <a:ext uri="{FF2B5EF4-FFF2-40B4-BE49-F238E27FC236}">
                  <a16:creationId xmlns:a16="http://schemas.microsoft.com/office/drawing/2014/main" id="{AD7D94A9-FDCB-CBB9-8BE4-1BFE75FD2924}"/>
                </a:ext>
              </a:extLst>
            </p:cNvPr>
            <p:cNvSpPr/>
            <p:nvPr/>
          </p:nvSpPr>
          <p:spPr>
            <a:xfrm>
              <a:off x="7680182" y="3123449"/>
              <a:ext cx="825709" cy="337057"/>
            </a:xfrm>
            <a:prstGeom prst="rect">
              <a:avLst/>
            </a:prstGeom>
            <a:solidFill>
              <a:srgbClr val="F37A54"/>
            </a:solidFill>
            <a:ln w="12700" cap="flat" cmpd="sng">
              <a:solidFill>
                <a:srgbClr val="00262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PRE</a:t>
              </a:r>
              <a:endParaRPr/>
            </a:p>
          </p:txBody>
        </p:sp>
        <p:sp>
          <p:nvSpPr>
            <p:cNvPr id="145" name="Google Shape;145;p1">
              <a:extLst>
                <a:ext uri="{FF2B5EF4-FFF2-40B4-BE49-F238E27FC236}">
                  <a16:creationId xmlns:a16="http://schemas.microsoft.com/office/drawing/2014/main" id="{7313E6D7-CB57-936C-4185-5E6B84CD767A}"/>
                </a:ext>
              </a:extLst>
            </p:cNvPr>
            <p:cNvSpPr/>
            <p:nvPr/>
          </p:nvSpPr>
          <p:spPr>
            <a:xfrm>
              <a:off x="11199843" y="4116541"/>
              <a:ext cx="847356" cy="330198"/>
            </a:xfrm>
            <a:prstGeom prst="rect">
              <a:avLst/>
            </a:prstGeom>
            <a:solidFill>
              <a:srgbClr val="40A7D4"/>
            </a:solidFill>
            <a:ln w="12700" cap="flat" cmpd="sng">
              <a:solidFill>
                <a:srgbClr val="1B46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">
              <a:extLst>
                <a:ext uri="{FF2B5EF4-FFF2-40B4-BE49-F238E27FC236}">
                  <a16:creationId xmlns:a16="http://schemas.microsoft.com/office/drawing/2014/main" id="{0E1C07CA-A119-1DDF-7B8A-EE6534E0C27E}"/>
                </a:ext>
              </a:extLst>
            </p:cNvPr>
            <p:cNvSpPr/>
            <p:nvPr/>
          </p:nvSpPr>
          <p:spPr>
            <a:xfrm>
              <a:off x="11198787" y="4982798"/>
              <a:ext cx="847356" cy="330198"/>
            </a:xfrm>
            <a:prstGeom prst="rect">
              <a:avLst/>
            </a:prstGeom>
            <a:solidFill>
              <a:srgbClr val="40A7D4"/>
            </a:solidFill>
            <a:ln w="12700" cap="flat" cmpd="sng">
              <a:solidFill>
                <a:srgbClr val="1B46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">
              <a:extLst>
                <a:ext uri="{FF2B5EF4-FFF2-40B4-BE49-F238E27FC236}">
                  <a16:creationId xmlns:a16="http://schemas.microsoft.com/office/drawing/2014/main" id="{93265B49-BE8F-E4CA-FBD7-731B52762F53}"/>
                </a:ext>
              </a:extLst>
            </p:cNvPr>
            <p:cNvSpPr/>
            <p:nvPr/>
          </p:nvSpPr>
          <p:spPr>
            <a:xfrm>
              <a:off x="11275493" y="3123850"/>
              <a:ext cx="748565" cy="330199"/>
            </a:xfrm>
            <a:prstGeom prst="rect">
              <a:avLst/>
            </a:prstGeom>
            <a:solidFill>
              <a:srgbClr val="F37A54"/>
            </a:solidFill>
            <a:ln w="12700" cap="flat" cmpd="sng">
              <a:solidFill>
                <a:srgbClr val="00262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9M</a:t>
              </a:r>
              <a:endParaRPr/>
            </a:p>
          </p:txBody>
        </p:sp>
        <p:sp>
          <p:nvSpPr>
            <p:cNvPr id="148" name="Google Shape;148;p1">
              <a:extLst>
                <a:ext uri="{FF2B5EF4-FFF2-40B4-BE49-F238E27FC236}">
                  <a16:creationId xmlns:a16="http://schemas.microsoft.com/office/drawing/2014/main" id="{B1D3DAF2-4972-EF68-3D8C-D089EA99B3FA}"/>
                </a:ext>
              </a:extLst>
            </p:cNvPr>
            <p:cNvSpPr/>
            <p:nvPr/>
          </p:nvSpPr>
          <p:spPr>
            <a:xfrm>
              <a:off x="8564406" y="3127322"/>
              <a:ext cx="815087" cy="330199"/>
            </a:xfrm>
            <a:prstGeom prst="rect">
              <a:avLst/>
            </a:prstGeom>
            <a:solidFill>
              <a:srgbClr val="F37A54"/>
            </a:solidFill>
            <a:ln w="12700" cap="flat" cmpd="sng">
              <a:solidFill>
                <a:srgbClr val="00262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START</a:t>
              </a:r>
              <a:endParaRPr/>
            </a:p>
          </p:txBody>
        </p:sp>
        <p:sp>
          <p:nvSpPr>
            <p:cNvPr id="149" name="Google Shape;149;p1">
              <a:extLst>
                <a:ext uri="{FF2B5EF4-FFF2-40B4-BE49-F238E27FC236}">
                  <a16:creationId xmlns:a16="http://schemas.microsoft.com/office/drawing/2014/main" id="{413645AF-0F68-B56C-9E60-7E5E04C499DF}"/>
                </a:ext>
              </a:extLst>
            </p:cNvPr>
            <p:cNvSpPr/>
            <p:nvPr/>
          </p:nvSpPr>
          <p:spPr>
            <a:xfrm>
              <a:off x="9440712" y="3123850"/>
              <a:ext cx="835417" cy="337455"/>
            </a:xfrm>
            <a:prstGeom prst="rect">
              <a:avLst/>
            </a:prstGeom>
            <a:solidFill>
              <a:srgbClr val="F37A54"/>
            </a:solidFill>
            <a:ln w="12700" cap="flat" cmpd="sng">
              <a:solidFill>
                <a:srgbClr val="00262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3M</a:t>
              </a:r>
              <a:endParaRPr/>
            </a:p>
          </p:txBody>
        </p:sp>
        <p:pic>
          <p:nvPicPr>
            <p:cNvPr id="150" name="Google Shape;150;p1" descr="Rotary International Water, Sanitation &amp; Hygiene Month | Rotary Club of  Flint">
              <a:extLst>
                <a:ext uri="{FF2B5EF4-FFF2-40B4-BE49-F238E27FC236}">
                  <a16:creationId xmlns:a16="http://schemas.microsoft.com/office/drawing/2014/main" id="{59C8FDA4-FF24-68DC-A879-4665B3B8E673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927838" y="4773615"/>
              <a:ext cx="585170" cy="746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1" descr="E. Coli Bacteria Infection Vector Icon Stock Vector - Illustration of  virus, micro: 183490959">
              <a:extLst>
                <a:ext uri="{FF2B5EF4-FFF2-40B4-BE49-F238E27FC236}">
                  <a16:creationId xmlns:a16="http://schemas.microsoft.com/office/drawing/2014/main" id="{E780E010-7E17-64F6-F9B1-540A4DDCFECE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925925" y="2952027"/>
              <a:ext cx="672536" cy="672536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52" name="Google Shape;152;p1">
            <a:extLst>
              <a:ext uri="{FF2B5EF4-FFF2-40B4-BE49-F238E27FC236}">
                <a16:creationId xmlns:a16="http://schemas.microsoft.com/office/drawing/2014/main" id="{45131163-81A6-F094-5C43-D8F7BC19D6B5}"/>
              </a:ext>
            </a:extLst>
          </p:cNvPr>
          <p:cNvCxnSpPr/>
          <p:nvPr/>
        </p:nvCxnSpPr>
        <p:spPr>
          <a:xfrm>
            <a:off x="1474412" y="1259901"/>
            <a:ext cx="2079600" cy="0"/>
          </a:xfrm>
          <a:prstGeom prst="straightConnector1">
            <a:avLst/>
          </a:prstGeom>
          <a:noFill/>
          <a:ln w="44450" cap="flat" cmpd="sng">
            <a:solidFill>
              <a:srgbClr val="005B67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53" name="Google Shape;153;p1">
            <a:extLst>
              <a:ext uri="{FF2B5EF4-FFF2-40B4-BE49-F238E27FC236}">
                <a16:creationId xmlns:a16="http://schemas.microsoft.com/office/drawing/2014/main" id="{22097F1A-041B-2581-38E9-533452C5875E}"/>
              </a:ext>
            </a:extLst>
          </p:cNvPr>
          <p:cNvSpPr txBox="1"/>
          <p:nvPr/>
        </p:nvSpPr>
        <p:spPr>
          <a:xfrm>
            <a:off x="1" y="2051536"/>
            <a:ext cx="1828799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Intervention</a:t>
            </a: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">
            <a:extLst>
              <a:ext uri="{FF2B5EF4-FFF2-40B4-BE49-F238E27FC236}">
                <a16:creationId xmlns:a16="http://schemas.microsoft.com/office/drawing/2014/main" id="{7255C0D7-B3B4-F745-77D6-6A35AB1D7658}"/>
              </a:ext>
            </a:extLst>
          </p:cNvPr>
          <p:cNvSpPr txBox="1"/>
          <p:nvPr/>
        </p:nvSpPr>
        <p:spPr>
          <a:xfrm>
            <a:off x="891590" y="269616"/>
            <a:ext cx="31749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5-6 month intervention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rounds; 2-4 days per cluster</a:t>
            </a:r>
            <a:endParaRPr/>
          </a:p>
        </p:txBody>
      </p:sp>
      <p:pic>
        <p:nvPicPr>
          <p:cNvPr id="155" name="Google Shape;155;p1" descr="House Icon Village Icon Camp Icon: stockvector (rechtenvrij) 1744058831 |  Shutterstock">
            <a:extLst>
              <a:ext uri="{FF2B5EF4-FFF2-40B4-BE49-F238E27FC236}">
                <a16:creationId xmlns:a16="http://schemas.microsoft.com/office/drawing/2014/main" id="{F1F1D020-64BE-5BA4-7B24-A7108499C81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18000" t="18317" r="15332" b="22184"/>
          <a:stretch/>
        </p:blipFill>
        <p:spPr>
          <a:xfrm>
            <a:off x="4705112" y="538167"/>
            <a:ext cx="1190626" cy="85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">
            <a:extLst>
              <a:ext uri="{FF2B5EF4-FFF2-40B4-BE49-F238E27FC236}">
                <a16:creationId xmlns:a16="http://schemas.microsoft.com/office/drawing/2014/main" id="{6EDDD6FA-5BE2-A027-0FA5-4C9EDF0219A6}"/>
              </a:ext>
            </a:extLst>
          </p:cNvPr>
          <p:cNvSpPr txBox="1"/>
          <p:nvPr/>
        </p:nvSpPr>
        <p:spPr>
          <a:xfrm>
            <a:off x="5825136" y="745211"/>
            <a:ext cx="2807189" cy="300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 22 village clusters per site</a:t>
            </a: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">
            <a:extLst>
              <a:ext uri="{FF2B5EF4-FFF2-40B4-BE49-F238E27FC236}">
                <a16:creationId xmlns:a16="http://schemas.microsoft.com/office/drawing/2014/main" id="{94BF20FE-94FD-4781-41AC-B1282951E741}"/>
              </a:ext>
            </a:extLst>
          </p:cNvPr>
          <p:cNvSpPr/>
          <p:nvPr/>
        </p:nvSpPr>
        <p:spPr>
          <a:xfrm>
            <a:off x="4584297" y="3140062"/>
            <a:ext cx="1385722" cy="1175132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1B46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(WATCH) antibiotic use</a:t>
            </a:r>
            <a:endParaRPr sz="13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35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Pre-/Post patient exit interviews</a:t>
            </a: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">
            <a:extLst>
              <a:ext uri="{FF2B5EF4-FFF2-40B4-BE49-F238E27FC236}">
                <a16:creationId xmlns:a16="http://schemas.microsoft.com/office/drawing/2014/main" id="{3E508EBB-300A-8AA9-994A-83E36CD610B3}"/>
              </a:ext>
            </a:extLst>
          </p:cNvPr>
          <p:cNvSpPr/>
          <p:nvPr/>
        </p:nvSpPr>
        <p:spPr>
          <a:xfrm>
            <a:off x="6083137" y="3123638"/>
            <a:ext cx="1439636" cy="1176119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1B46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WASH + Health literacy </a:t>
            </a: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Pre-Post</a:t>
            </a: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35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Household-surveys</a:t>
            </a:r>
            <a:endParaRPr sz="1350" b="0" i="1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">
            <a:extLst>
              <a:ext uri="{FF2B5EF4-FFF2-40B4-BE49-F238E27FC236}">
                <a16:creationId xmlns:a16="http://schemas.microsoft.com/office/drawing/2014/main" id="{8A89B56C-856B-31DF-A061-1F814316A114}"/>
              </a:ext>
            </a:extLst>
          </p:cNvPr>
          <p:cNvSpPr/>
          <p:nvPr/>
        </p:nvSpPr>
        <p:spPr>
          <a:xfrm>
            <a:off x="7614850" y="3121523"/>
            <a:ext cx="1463312" cy="1165334"/>
          </a:xfrm>
          <a:prstGeom prst="rect">
            <a:avLst/>
          </a:prstGeom>
          <a:solidFill>
            <a:srgbClr val="9B5E0B"/>
          </a:solidFill>
          <a:ln w="12700" cap="flat" cmpd="sng">
            <a:solidFill>
              <a:srgbClr val="1B46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Patient management</a:t>
            </a: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Pre-Post</a:t>
            </a: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35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Simulated patients</a:t>
            </a:r>
            <a:endParaRPr sz="1350" b="0" i="1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">
            <a:extLst>
              <a:ext uri="{FF2B5EF4-FFF2-40B4-BE49-F238E27FC236}">
                <a16:creationId xmlns:a16="http://schemas.microsoft.com/office/drawing/2014/main" id="{356C818F-40B1-3D79-FEFF-4BF87A801EB9}"/>
              </a:ext>
            </a:extLst>
          </p:cNvPr>
          <p:cNvSpPr/>
          <p:nvPr/>
        </p:nvSpPr>
        <p:spPr>
          <a:xfrm>
            <a:off x="4589167" y="1931939"/>
            <a:ext cx="1396505" cy="1122204"/>
          </a:xfrm>
          <a:prstGeom prst="rect">
            <a:avLst/>
          </a:prstGeom>
          <a:solidFill>
            <a:srgbClr val="F37A54"/>
          </a:solidFill>
          <a:ln w="12700" cap="flat" cmpd="sng">
            <a:solidFill>
              <a:srgbClr val="1B46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AMR transmission</a:t>
            </a: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Pre-start-during-</a:t>
            </a:r>
            <a:br>
              <a:rPr lang="nl-BE"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nl-BE"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35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Stool collection</a:t>
            </a:r>
            <a:endParaRPr sz="1350" b="0" i="1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1" descr="Stool Test Line Icon Sample For Laboratory Research Linear Pictogram  Medical Exam Of Feces Outline Icon Editable Stroke Isolated Vector  Illustration Stock Illustration - Download Image Now - iStock">
            <a:extLst>
              <a:ext uri="{FF2B5EF4-FFF2-40B4-BE49-F238E27FC236}">
                <a16:creationId xmlns:a16="http://schemas.microsoft.com/office/drawing/2014/main" id="{1F62381F-5CA1-1C96-6101-65C7D0F2613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20319" t="16814" r="23309" b="20364"/>
          <a:stretch/>
        </p:blipFill>
        <p:spPr>
          <a:xfrm>
            <a:off x="6121214" y="2169622"/>
            <a:ext cx="415788" cy="46334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">
            <a:extLst>
              <a:ext uri="{FF2B5EF4-FFF2-40B4-BE49-F238E27FC236}">
                <a16:creationId xmlns:a16="http://schemas.microsoft.com/office/drawing/2014/main" id="{CA72078C-791C-6C84-D03A-8F20449D7889}"/>
              </a:ext>
            </a:extLst>
          </p:cNvPr>
          <p:cNvSpPr txBox="1"/>
          <p:nvPr/>
        </p:nvSpPr>
        <p:spPr>
          <a:xfrm>
            <a:off x="6574818" y="2162927"/>
            <a:ext cx="4786313" cy="530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5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 </a:t>
            </a:r>
            <a:r>
              <a:rPr lang="nl-BE" sz="15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households</a:t>
            </a:r>
            <a:r>
              <a:rPr lang="nl-BE" sz="15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per cluster; </a:t>
            </a:r>
            <a:br>
              <a:rPr lang="nl-BE" sz="15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nl-BE" sz="15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nl-BE" sz="15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</a:t>
            </a:r>
            <a:r>
              <a:rPr lang="nl-BE" sz="15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7 </a:t>
            </a:r>
            <a:r>
              <a:rPr lang="nl-BE" sz="15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household</a:t>
            </a:r>
            <a:r>
              <a:rPr lang="nl-BE" sz="15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members</a:t>
            </a:r>
            <a:endParaRPr sz="13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">
            <a:extLst>
              <a:ext uri="{FF2B5EF4-FFF2-40B4-BE49-F238E27FC236}">
                <a16:creationId xmlns:a16="http://schemas.microsoft.com/office/drawing/2014/main" id="{28A81E3E-C405-40C2-40C4-D789635DB2C4}"/>
              </a:ext>
            </a:extLst>
          </p:cNvPr>
          <p:cNvSpPr txBox="1"/>
          <p:nvPr/>
        </p:nvSpPr>
        <p:spPr>
          <a:xfrm>
            <a:off x="1510423" y="1499863"/>
            <a:ext cx="47167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R1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">
            <a:extLst>
              <a:ext uri="{FF2B5EF4-FFF2-40B4-BE49-F238E27FC236}">
                <a16:creationId xmlns:a16="http://schemas.microsoft.com/office/drawing/2014/main" id="{B421414F-5558-C632-28AF-752A79F7EA1B}"/>
              </a:ext>
            </a:extLst>
          </p:cNvPr>
          <p:cNvSpPr txBox="1"/>
          <p:nvPr/>
        </p:nvSpPr>
        <p:spPr>
          <a:xfrm>
            <a:off x="2174945" y="1491875"/>
            <a:ext cx="471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R2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">
            <a:extLst>
              <a:ext uri="{FF2B5EF4-FFF2-40B4-BE49-F238E27FC236}">
                <a16:creationId xmlns:a16="http://schemas.microsoft.com/office/drawing/2014/main" id="{887DD551-8DB1-BD7D-468C-59C4C387B3C3}"/>
              </a:ext>
            </a:extLst>
          </p:cNvPr>
          <p:cNvSpPr txBox="1"/>
          <p:nvPr/>
        </p:nvSpPr>
        <p:spPr>
          <a:xfrm>
            <a:off x="2841059" y="1499861"/>
            <a:ext cx="47167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R3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30922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1F1C4762-63DB-BAAD-1F84-CDBDBB835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">
            <a:extLst>
              <a:ext uri="{FF2B5EF4-FFF2-40B4-BE49-F238E27FC236}">
                <a16:creationId xmlns:a16="http://schemas.microsoft.com/office/drawing/2014/main" id="{7FD4296F-1303-CBFC-2FCE-AAE1E2E259AF}"/>
              </a:ext>
            </a:extLst>
          </p:cNvPr>
          <p:cNvSpPr txBox="1"/>
          <p:nvPr/>
        </p:nvSpPr>
        <p:spPr>
          <a:xfrm rot="-672">
            <a:off x="579369" y="358506"/>
            <a:ext cx="15336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nl-BE" sz="21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Scenario </a:t>
            </a:r>
            <a:r>
              <a:rPr lang="nl-BE" sz="18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2">
            <a:extLst>
              <a:ext uri="{FF2B5EF4-FFF2-40B4-BE49-F238E27FC236}">
                <a16:creationId xmlns:a16="http://schemas.microsoft.com/office/drawing/2014/main" id="{65535169-EF2C-2E2E-82C4-3798ADCEAFD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0810"/>
          <a:stretch>
            <a:fillRect/>
          </a:stretch>
        </p:blipFill>
        <p:spPr>
          <a:xfrm>
            <a:off x="2158984" y="989398"/>
            <a:ext cx="1521022" cy="1473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9" name="Google Shape;179;p2">
            <a:extLst>
              <a:ext uri="{FF2B5EF4-FFF2-40B4-BE49-F238E27FC236}">
                <a16:creationId xmlns:a16="http://schemas.microsoft.com/office/drawing/2014/main" id="{FDE52BB6-B698-B865-7F58-15CD4AC8865C}"/>
              </a:ext>
            </a:extLst>
          </p:cNvPr>
          <p:cNvCxnSpPr/>
          <p:nvPr/>
        </p:nvCxnSpPr>
        <p:spPr>
          <a:xfrm>
            <a:off x="2192366" y="1580724"/>
            <a:ext cx="303900" cy="0"/>
          </a:xfrm>
          <a:prstGeom prst="straightConnector1">
            <a:avLst/>
          </a:prstGeom>
          <a:noFill/>
          <a:ln w="28575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2" name="Google Shape;182;p2">
            <a:extLst>
              <a:ext uri="{FF2B5EF4-FFF2-40B4-BE49-F238E27FC236}">
                <a16:creationId xmlns:a16="http://schemas.microsoft.com/office/drawing/2014/main" id="{E4F881E4-5551-CBFF-68F8-BCC0DA9BE06A}"/>
              </a:ext>
            </a:extLst>
          </p:cNvPr>
          <p:cNvSpPr txBox="1"/>
          <p:nvPr/>
        </p:nvSpPr>
        <p:spPr>
          <a:xfrm rot="-672">
            <a:off x="2215582" y="351085"/>
            <a:ext cx="15336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nl-BE" sz="21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Scenario 2</a:t>
            </a:r>
            <a:endParaRPr sz="18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2">
            <a:extLst>
              <a:ext uri="{FF2B5EF4-FFF2-40B4-BE49-F238E27FC236}">
                <a16:creationId xmlns:a16="http://schemas.microsoft.com/office/drawing/2014/main" id="{9A935EA7-79C0-2C84-962C-203C0B0BC9E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9084"/>
          <a:stretch>
            <a:fillRect/>
          </a:stretch>
        </p:blipFill>
        <p:spPr>
          <a:xfrm>
            <a:off x="479254" y="994225"/>
            <a:ext cx="1550443" cy="1473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6" name="Google Shape;186;p2">
            <a:extLst>
              <a:ext uri="{FF2B5EF4-FFF2-40B4-BE49-F238E27FC236}">
                <a16:creationId xmlns:a16="http://schemas.microsoft.com/office/drawing/2014/main" id="{28255816-164F-110C-EA14-C92839A2FFA9}"/>
              </a:ext>
            </a:extLst>
          </p:cNvPr>
          <p:cNvCxnSpPr/>
          <p:nvPr/>
        </p:nvCxnSpPr>
        <p:spPr>
          <a:xfrm>
            <a:off x="831106" y="1571613"/>
            <a:ext cx="0" cy="216000"/>
          </a:xfrm>
          <a:prstGeom prst="straightConnector1">
            <a:avLst/>
          </a:prstGeom>
          <a:noFill/>
          <a:ln w="28575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4" name="Google Shape;204;p2">
            <a:extLst>
              <a:ext uri="{FF2B5EF4-FFF2-40B4-BE49-F238E27FC236}">
                <a16:creationId xmlns:a16="http://schemas.microsoft.com/office/drawing/2014/main" id="{C467410C-21D9-9215-4593-9E5902E93088}"/>
              </a:ext>
            </a:extLst>
          </p:cNvPr>
          <p:cNvCxnSpPr/>
          <p:nvPr/>
        </p:nvCxnSpPr>
        <p:spPr>
          <a:xfrm>
            <a:off x="2496203" y="1580724"/>
            <a:ext cx="0" cy="216900"/>
          </a:xfrm>
          <a:prstGeom prst="straightConnector1">
            <a:avLst/>
          </a:prstGeom>
          <a:noFill/>
          <a:ln w="22225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0" name="Google Shape;210;p2">
            <a:extLst>
              <a:ext uri="{FF2B5EF4-FFF2-40B4-BE49-F238E27FC236}">
                <a16:creationId xmlns:a16="http://schemas.microsoft.com/office/drawing/2014/main" id="{46126457-47B4-F683-AD0D-986AE8011015}"/>
              </a:ext>
            </a:extLst>
          </p:cNvPr>
          <p:cNvCxnSpPr/>
          <p:nvPr/>
        </p:nvCxnSpPr>
        <p:spPr>
          <a:xfrm>
            <a:off x="1593729" y="1034138"/>
            <a:ext cx="0" cy="1246048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20" name="Google Shape;220;p2">
            <a:extLst>
              <a:ext uri="{FF2B5EF4-FFF2-40B4-BE49-F238E27FC236}">
                <a16:creationId xmlns:a16="http://schemas.microsoft.com/office/drawing/2014/main" id="{FA4C01A7-6B7C-7CEE-9F8D-0ED155B0C731}"/>
              </a:ext>
            </a:extLst>
          </p:cNvPr>
          <p:cNvCxnSpPr/>
          <p:nvPr/>
        </p:nvCxnSpPr>
        <p:spPr>
          <a:xfrm>
            <a:off x="11542947" y="4614462"/>
            <a:ext cx="0" cy="1246048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23" name="Google Shape;223;p2">
            <a:extLst>
              <a:ext uri="{FF2B5EF4-FFF2-40B4-BE49-F238E27FC236}">
                <a16:creationId xmlns:a16="http://schemas.microsoft.com/office/drawing/2014/main" id="{B202FA56-B4EC-5A1A-D355-F8F59C1D5CB9}"/>
              </a:ext>
            </a:extLst>
          </p:cNvPr>
          <p:cNvCxnSpPr/>
          <p:nvPr/>
        </p:nvCxnSpPr>
        <p:spPr>
          <a:xfrm>
            <a:off x="1224806" y="1787513"/>
            <a:ext cx="2100" cy="200400"/>
          </a:xfrm>
          <a:prstGeom prst="straightConnector1">
            <a:avLst/>
          </a:prstGeom>
          <a:noFill/>
          <a:ln w="28575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4" name="Google Shape;224;p2">
            <a:extLst>
              <a:ext uri="{FF2B5EF4-FFF2-40B4-BE49-F238E27FC236}">
                <a16:creationId xmlns:a16="http://schemas.microsoft.com/office/drawing/2014/main" id="{D305DA0A-C0EE-11E1-2585-178D7FD6286C}"/>
              </a:ext>
            </a:extLst>
          </p:cNvPr>
          <p:cNvCxnSpPr/>
          <p:nvPr/>
        </p:nvCxnSpPr>
        <p:spPr>
          <a:xfrm rot="10800000" flipH="1">
            <a:off x="831106" y="1787751"/>
            <a:ext cx="389700" cy="4800"/>
          </a:xfrm>
          <a:prstGeom prst="straightConnector1">
            <a:avLst/>
          </a:prstGeom>
          <a:noFill/>
          <a:ln w="28575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5" name="Google Shape;225;p2">
            <a:extLst>
              <a:ext uri="{FF2B5EF4-FFF2-40B4-BE49-F238E27FC236}">
                <a16:creationId xmlns:a16="http://schemas.microsoft.com/office/drawing/2014/main" id="{40BCE236-D377-B01A-2BBD-2C95C1E4E0CF}"/>
              </a:ext>
            </a:extLst>
          </p:cNvPr>
          <p:cNvCxnSpPr/>
          <p:nvPr/>
        </p:nvCxnSpPr>
        <p:spPr>
          <a:xfrm>
            <a:off x="553706" y="1585263"/>
            <a:ext cx="292200" cy="600"/>
          </a:xfrm>
          <a:prstGeom prst="straightConnector1">
            <a:avLst/>
          </a:prstGeom>
          <a:noFill/>
          <a:ln w="28575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1" name="Google Shape;241;p2">
            <a:extLst>
              <a:ext uri="{FF2B5EF4-FFF2-40B4-BE49-F238E27FC236}">
                <a16:creationId xmlns:a16="http://schemas.microsoft.com/office/drawing/2014/main" id="{8E23C489-2969-DE34-D3F2-511BEF22C1D2}"/>
              </a:ext>
            </a:extLst>
          </p:cNvPr>
          <p:cNvCxnSpPr/>
          <p:nvPr/>
        </p:nvCxnSpPr>
        <p:spPr>
          <a:xfrm>
            <a:off x="2534295" y="1022999"/>
            <a:ext cx="0" cy="1246048"/>
          </a:xfrm>
          <a:prstGeom prst="straightConnector1">
            <a:avLst/>
          </a:prstGeom>
          <a:noFill/>
          <a:ln w="9525" cap="flat" cmpd="sng">
            <a:solidFill>
              <a:srgbClr val="E8825E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42" name="Google Shape;242;p2">
            <a:extLst>
              <a:ext uri="{FF2B5EF4-FFF2-40B4-BE49-F238E27FC236}">
                <a16:creationId xmlns:a16="http://schemas.microsoft.com/office/drawing/2014/main" id="{A5A49242-E520-23E1-7A1A-3B3D1CA6CCAB}"/>
              </a:ext>
            </a:extLst>
          </p:cNvPr>
          <p:cNvCxnSpPr/>
          <p:nvPr/>
        </p:nvCxnSpPr>
        <p:spPr>
          <a:xfrm>
            <a:off x="2911299" y="1022999"/>
            <a:ext cx="0" cy="1246048"/>
          </a:xfrm>
          <a:prstGeom prst="straightConnector1">
            <a:avLst/>
          </a:prstGeom>
          <a:noFill/>
          <a:ln w="9525" cap="flat" cmpd="sng">
            <a:solidFill>
              <a:srgbClr val="E8825E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43" name="Google Shape;243;p2">
            <a:extLst>
              <a:ext uri="{FF2B5EF4-FFF2-40B4-BE49-F238E27FC236}">
                <a16:creationId xmlns:a16="http://schemas.microsoft.com/office/drawing/2014/main" id="{23EA3E51-C244-B5FE-CF8A-16A46AB10D82}"/>
              </a:ext>
            </a:extLst>
          </p:cNvPr>
          <p:cNvCxnSpPr/>
          <p:nvPr/>
        </p:nvCxnSpPr>
        <p:spPr>
          <a:xfrm>
            <a:off x="3531863" y="1028410"/>
            <a:ext cx="0" cy="1246048"/>
          </a:xfrm>
          <a:prstGeom prst="straightConnector1">
            <a:avLst/>
          </a:prstGeom>
          <a:noFill/>
          <a:ln w="9525" cap="flat" cmpd="sng">
            <a:solidFill>
              <a:srgbClr val="E8825E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50" name="Google Shape;250;p2">
            <a:extLst>
              <a:ext uri="{FF2B5EF4-FFF2-40B4-BE49-F238E27FC236}">
                <a16:creationId xmlns:a16="http://schemas.microsoft.com/office/drawing/2014/main" id="{22F9205D-D982-B7E5-9132-150AC2245C27}"/>
              </a:ext>
            </a:extLst>
          </p:cNvPr>
          <p:cNvCxnSpPr/>
          <p:nvPr/>
        </p:nvCxnSpPr>
        <p:spPr>
          <a:xfrm>
            <a:off x="891897" y="1028613"/>
            <a:ext cx="0" cy="1246048"/>
          </a:xfrm>
          <a:prstGeom prst="straightConnector1">
            <a:avLst/>
          </a:prstGeom>
          <a:noFill/>
          <a:ln w="9525" cap="flat" cmpd="sng">
            <a:solidFill>
              <a:srgbClr val="E8825E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51" name="Google Shape;251;p2">
            <a:extLst>
              <a:ext uri="{FF2B5EF4-FFF2-40B4-BE49-F238E27FC236}">
                <a16:creationId xmlns:a16="http://schemas.microsoft.com/office/drawing/2014/main" id="{FFB40E2D-7809-C8B6-CD51-0A161520C49E}"/>
              </a:ext>
            </a:extLst>
          </p:cNvPr>
          <p:cNvCxnSpPr/>
          <p:nvPr/>
        </p:nvCxnSpPr>
        <p:spPr>
          <a:xfrm>
            <a:off x="1268903" y="1038089"/>
            <a:ext cx="0" cy="1246048"/>
          </a:xfrm>
          <a:prstGeom prst="straightConnector1">
            <a:avLst/>
          </a:prstGeom>
          <a:noFill/>
          <a:ln w="9525" cap="flat" cmpd="sng">
            <a:solidFill>
              <a:srgbClr val="E8825E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" name="Google Shape;181;p2">
            <a:extLst>
              <a:ext uri="{FF2B5EF4-FFF2-40B4-BE49-F238E27FC236}">
                <a16:creationId xmlns:a16="http://schemas.microsoft.com/office/drawing/2014/main" id="{6AE9EE11-3526-E483-4B5D-28B24358EC48}"/>
              </a:ext>
            </a:extLst>
          </p:cNvPr>
          <p:cNvSpPr txBox="1"/>
          <p:nvPr/>
        </p:nvSpPr>
        <p:spPr>
          <a:xfrm rot="-5400000">
            <a:off x="881889" y="1130848"/>
            <a:ext cx="2194500" cy="1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-BE" sz="11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nl-BE" sz="1100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Acquisition</a:t>
            </a:r>
            <a:r>
              <a:rPr lang="nl-BE" sz="11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nl-BE" sz="1100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rate</a:t>
            </a:r>
            <a:endParaRPr sz="11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81;p2">
            <a:extLst>
              <a:ext uri="{FF2B5EF4-FFF2-40B4-BE49-F238E27FC236}">
                <a16:creationId xmlns:a16="http://schemas.microsoft.com/office/drawing/2014/main" id="{C416535E-B606-425D-2D03-F1918CD85521}"/>
              </a:ext>
            </a:extLst>
          </p:cNvPr>
          <p:cNvSpPr txBox="1"/>
          <p:nvPr/>
        </p:nvSpPr>
        <p:spPr>
          <a:xfrm rot="-5400000">
            <a:off x="-770280" y="1118743"/>
            <a:ext cx="2194500" cy="1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-BE" sz="11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nl-BE" sz="1100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Acquisition</a:t>
            </a:r>
            <a:r>
              <a:rPr lang="nl-BE" sz="11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nl-BE" sz="1100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rate</a:t>
            </a:r>
            <a:endParaRPr sz="11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9B0ACE-738D-E52C-84AE-D3BE7B567424}"/>
              </a:ext>
            </a:extLst>
          </p:cNvPr>
          <p:cNvSpPr/>
          <p:nvPr/>
        </p:nvSpPr>
        <p:spPr>
          <a:xfrm>
            <a:off x="3107184" y="1000804"/>
            <a:ext cx="237787" cy="7575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503019-83B0-74EB-3BEA-59F6DD571634}"/>
              </a:ext>
            </a:extLst>
          </p:cNvPr>
          <p:cNvSpPr/>
          <p:nvPr/>
        </p:nvSpPr>
        <p:spPr>
          <a:xfrm>
            <a:off x="3121806" y="1817794"/>
            <a:ext cx="237787" cy="4029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6" name="Google Shape;206;p2">
            <a:extLst>
              <a:ext uri="{FF2B5EF4-FFF2-40B4-BE49-F238E27FC236}">
                <a16:creationId xmlns:a16="http://schemas.microsoft.com/office/drawing/2014/main" id="{951CE98D-9003-5E6A-3EED-24F129D71C75}"/>
              </a:ext>
            </a:extLst>
          </p:cNvPr>
          <p:cNvCxnSpPr/>
          <p:nvPr/>
        </p:nvCxnSpPr>
        <p:spPr>
          <a:xfrm>
            <a:off x="3254935" y="1029311"/>
            <a:ext cx="0" cy="1246048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B769377-0471-4FFB-A8A8-6752E6FC0EB4}"/>
              </a:ext>
            </a:extLst>
          </p:cNvPr>
          <p:cNvSpPr/>
          <p:nvPr/>
        </p:nvSpPr>
        <p:spPr>
          <a:xfrm>
            <a:off x="1445923" y="1047331"/>
            <a:ext cx="237787" cy="9143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61DFF3-5847-FBD7-DEBC-0910EAA83B1D}"/>
              </a:ext>
            </a:extLst>
          </p:cNvPr>
          <p:cNvSpPr/>
          <p:nvPr/>
        </p:nvSpPr>
        <p:spPr>
          <a:xfrm>
            <a:off x="1460545" y="2024703"/>
            <a:ext cx="237787" cy="2237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Google Shape;243;p2">
            <a:extLst>
              <a:ext uri="{FF2B5EF4-FFF2-40B4-BE49-F238E27FC236}">
                <a16:creationId xmlns:a16="http://schemas.microsoft.com/office/drawing/2014/main" id="{340677FF-B0FF-D6BF-25A8-D20B7153C641}"/>
              </a:ext>
            </a:extLst>
          </p:cNvPr>
          <p:cNvCxnSpPr/>
          <p:nvPr/>
        </p:nvCxnSpPr>
        <p:spPr>
          <a:xfrm>
            <a:off x="1871883" y="1016687"/>
            <a:ext cx="0" cy="1246048"/>
          </a:xfrm>
          <a:prstGeom prst="straightConnector1">
            <a:avLst/>
          </a:prstGeom>
          <a:noFill/>
          <a:ln w="9525" cap="flat" cmpd="sng">
            <a:solidFill>
              <a:srgbClr val="E8825E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0" name="Google Shape;206;p2">
            <a:extLst>
              <a:ext uri="{FF2B5EF4-FFF2-40B4-BE49-F238E27FC236}">
                <a16:creationId xmlns:a16="http://schemas.microsoft.com/office/drawing/2014/main" id="{D5521147-A939-3C18-B235-81ACC0DFC802}"/>
              </a:ext>
            </a:extLst>
          </p:cNvPr>
          <p:cNvCxnSpPr/>
          <p:nvPr/>
        </p:nvCxnSpPr>
        <p:spPr>
          <a:xfrm>
            <a:off x="1578722" y="1022999"/>
            <a:ext cx="0" cy="1246048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B863D8F-9D97-C051-B83E-2B683F1741A8}"/>
              </a:ext>
            </a:extLst>
          </p:cNvPr>
          <p:cNvSpPr/>
          <p:nvPr/>
        </p:nvSpPr>
        <p:spPr>
          <a:xfrm>
            <a:off x="2642583" y="1033354"/>
            <a:ext cx="237787" cy="7194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10DCEF-DF9B-612D-995C-4413FBC81AB0}"/>
              </a:ext>
            </a:extLst>
          </p:cNvPr>
          <p:cNvSpPr/>
          <p:nvPr/>
        </p:nvSpPr>
        <p:spPr>
          <a:xfrm>
            <a:off x="2657205" y="1850344"/>
            <a:ext cx="237787" cy="4029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5" name="Google Shape;205;p2">
            <a:extLst>
              <a:ext uri="{FF2B5EF4-FFF2-40B4-BE49-F238E27FC236}">
                <a16:creationId xmlns:a16="http://schemas.microsoft.com/office/drawing/2014/main" id="{607FDEB4-CEBA-E382-55DE-0FBF98450200}"/>
              </a:ext>
            </a:extLst>
          </p:cNvPr>
          <p:cNvCxnSpPr/>
          <p:nvPr/>
        </p:nvCxnSpPr>
        <p:spPr>
          <a:xfrm>
            <a:off x="2864519" y="1022999"/>
            <a:ext cx="0" cy="1246048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7882712-B59C-8B86-0411-A3D7E0AEC47E}"/>
              </a:ext>
            </a:extLst>
          </p:cNvPr>
          <p:cNvSpPr/>
          <p:nvPr/>
        </p:nvSpPr>
        <p:spPr>
          <a:xfrm>
            <a:off x="2271196" y="1034834"/>
            <a:ext cx="237787" cy="5189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76A356-6533-9994-7604-AAC0B5049865}"/>
              </a:ext>
            </a:extLst>
          </p:cNvPr>
          <p:cNvSpPr/>
          <p:nvPr/>
        </p:nvSpPr>
        <p:spPr>
          <a:xfrm>
            <a:off x="622240" y="1036145"/>
            <a:ext cx="237787" cy="5189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FFC3AB2-A15C-5525-D42D-CDCEE16818F7}"/>
              </a:ext>
            </a:extLst>
          </p:cNvPr>
          <p:cNvSpPr/>
          <p:nvPr/>
        </p:nvSpPr>
        <p:spPr>
          <a:xfrm>
            <a:off x="641869" y="1885188"/>
            <a:ext cx="232169" cy="3688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B02534-7D19-D46B-C106-CE2B1DB39825}"/>
              </a:ext>
            </a:extLst>
          </p:cNvPr>
          <p:cNvSpPr/>
          <p:nvPr/>
        </p:nvSpPr>
        <p:spPr>
          <a:xfrm>
            <a:off x="2285818" y="1851824"/>
            <a:ext cx="232169" cy="3688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3" name="Google Shape;203;p2">
            <a:extLst>
              <a:ext uri="{FF2B5EF4-FFF2-40B4-BE49-F238E27FC236}">
                <a16:creationId xmlns:a16="http://schemas.microsoft.com/office/drawing/2014/main" id="{88B61FFD-FD25-D4D6-F6B6-A3E4EB705CD1}"/>
              </a:ext>
            </a:extLst>
          </p:cNvPr>
          <p:cNvCxnSpPr/>
          <p:nvPr/>
        </p:nvCxnSpPr>
        <p:spPr>
          <a:xfrm>
            <a:off x="2486725" y="1023786"/>
            <a:ext cx="0" cy="1246048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5E9DB8B-67F9-97CF-9DF3-2A97D7445B13}"/>
              </a:ext>
            </a:extLst>
          </p:cNvPr>
          <p:cNvCxnSpPr>
            <a:cxnSpLocks/>
          </p:cNvCxnSpPr>
          <p:nvPr/>
        </p:nvCxnSpPr>
        <p:spPr>
          <a:xfrm flipH="1">
            <a:off x="2490932" y="1587470"/>
            <a:ext cx="2889" cy="320047"/>
          </a:xfrm>
          <a:prstGeom prst="line">
            <a:avLst/>
          </a:prstGeom>
          <a:ln w="25400">
            <a:solidFill>
              <a:srgbClr val="E17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Google Shape;208;p2">
            <a:extLst>
              <a:ext uri="{FF2B5EF4-FFF2-40B4-BE49-F238E27FC236}">
                <a16:creationId xmlns:a16="http://schemas.microsoft.com/office/drawing/2014/main" id="{9750ABE0-7919-4A13-B3E9-18D69F85371C}"/>
              </a:ext>
            </a:extLst>
          </p:cNvPr>
          <p:cNvCxnSpPr/>
          <p:nvPr/>
        </p:nvCxnSpPr>
        <p:spPr>
          <a:xfrm>
            <a:off x="838837" y="1033351"/>
            <a:ext cx="0" cy="1246048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CA1DE0A-FA3A-9F08-1589-D96A478D6A5F}"/>
              </a:ext>
            </a:extLst>
          </p:cNvPr>
          <p:cNvCxnSpPr/>
          <p:nvPr/>
        </p:nvCxnSpPr>
        <p:spPr>
          <a:xfrm>
            <a:off x="831956" y="1599563"/>
            <a:ext cx="0" cy="213711"/>
          </a:xfrm>
          <a:prstGeom prst="line">
            <a:avLst/>
          </a:prstGeom>
          <a:ln w="25400">
            <a:solidFill>
              <a:srgbClr val="E17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B46A1DD3-7F20-2B60-161B-4FC8E142F238}"/>
              </a:ext>
            </a:extLst>
          </p:cNvPr>
          <p:cNvSpPr/>
          <p:nvPr/>
        </p:nvSpPr>
        <p:spPr>
          <a:xfrm>
            <a:off x="1012709" y="1042457"/>
            <a:ext cx="237787" cy="5189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9C3886-1F32-8DAB-BCE4-4AEBB7E35626}"/>
              </a:ext>
            </a:extLst>
          </p:cNvPr>
          <p:cNvSpPr/>
          <p:nvPr/>
        </p:nvSpPr>
        <p:spPr>
          <a:xfrm>
            <a:off x="1026927" y="1880678"/>
            <a:ext cx="207957" cy="3688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9" name="Google Shape;209;p2">
            <a:extLst>
              <a:ext uri="{FF2B5EF4-FFF2-40B4-BE49-F238E27FC236}">
                <a16:creationId xmlns:a16="http://schemas.microsoft.com/office/drawing/2014/main" id="{66B7C74D-5A57-52D3-774A-FFD5783F71E7}"/>
              </a:ext>
            </a:extLst>
          </p:cNvPr>
          <p:cNvCxnSpPr/>
          <p:nvPr/>
        </p:nvCxnSpPr>
        <p:spPr>
          <a:xfrm>
            <a:off x="1218651" y="1033465"/>
            <a:ext cx="0" cy="1246048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22" name="Google Shape;222;p2">
            <a:extLst>
              <a:ext uri="{FF2B5EF4-FFF2-40B4-BE49-F238E27FC236}">
                <a16:creationId xmlns:a16="http://schemas.microsoft.com/office/drawing/2014/main" id="{90857A1F-EA38-E953-796D-262350AD91B7}"/>
              </a:ext>
            </a:extLst>
          </p:cNvPr>
          <p:cNvCxnSpPr/>
          <p:nvPr/>
        </p:nvCxnSpPr>
        <p:spPr>
          <a:xfrm rot="10800000" flipH="1">
            <a:off x="1205848" y="2020379"/>
            <a:ext cx="649713" cy="2288"/>
          </a:xfrm>
          <a:prstGeom prst="straightConnector1">
            <a:avLst/>
          </a:prstGeom>
          <a:noFill/>
          <a:ln w="28575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0508F83-ED36-D56B-BB5C-E9DB01EC1AA3}"/>
              </a:ext>
            </a:extLst>
          </p:cNvPr>
          <p:cNvCxnSpPr>
            <a:cxnSpLocks/>
          </p:cNvCxnSpPr>
          <p:nvPr/>
        </p:nvCxnSpPr>
        <p:spPr>
          <a:xfrm>
            <a:off x="1211603" y="1800662"/>
            <a:ext cx="0" cy="213711"/>
          </a:xfrm>
          <a:prstGeom prst="line">
            <a:avLst/>
          </a:prstGeom>
          <a:ln w="25400">
            <a:solidFill>
              <a:srgbClr val="E17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Google Shape;207;p2">
            <a:extLst>
              <a:ext uri="{FF2B5EF4-FFF2-40B4-BE49-F238E27FC236}">
                <a16:creationId xmlns:a16="http://schemas.microsoft.com/office/drawing/2014/main" id="{54A61215-0BCB-CB4B-205F-3B45FDF449DC}"/>
              </a:ext>
            </a:extLst>
          </p:cNvPr>
          <p:cNvCxnSpPr/>
          <p:nvPr/>
        </p:nvCxnSpPr>
        <p:spPr>
          <a:xfrm>
            <a:off x="2502780" y="1893537"/>
            <a:ext cx="1044643" cy="0"/>
          </a:xfrm>
          <a:prstGeom prst="straightConnector1">
            <a:avLst/>
          </a:prstGeom>
          <a:noFill/>
          <a:ln w="28575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112497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8411" y="3172379"/>
            <a:ext cx="591493" cy="48749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"/>
          <p:cNvSpPr txBox="1"/>
          <p:nvPr/>
        </p:nvSpPr>
        <p:spPr>
          <a:xfrm>
            <a:off x="3521225" y="4403285"/>
            <a:ext cx="143942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200" b="1" i="0" u="none" strike="noStrike" cap="none">
                <a:solidFill>
                  <a:srgbClr val="F37A54"/>
                </a:solidFill>
                <a:latin typeface="Calibri"/>
                <a:ea typeface="Calibri"/>
                <a:cs typeface="Calibri"/>
                <a:sym typeface="Calibri"/>
              </a:rPr>
              <a:t>Oct’23 – Jan‘24</a:t>
            </a:r>
            <a:endParaRPr/>
          </a:p>
        </p:txBody>
      </p:sp>
      <p:grpSp>
        <p:nvGrpSpPr>
          <p:cNvPr id="128" name="Google Shape;128;p1"/>
          <p:cNvGrpSpPr/>
          <p:nvPr/>
        </p:nvGrpSpPr>
        <p:grpSpPr>
          <a:xfrm>
            <a:off x="521683" y="1747230"/>
            <a:ext cx="3929902" cy="3139997"/>
            <a:chOff x="6925925" y="2079678"/>
            <a:chExt cx="5239869" cy="4186662"/>
          </a:xfrm>
        </p:grpSpPr>
        <p:cxnSp>
          <p:nvCxnSpPr>
            <p:cNvPr id="129" name="Google Shape;129;p1"/>
            <p:cNvCxnSpPr/>
            <p:nvPr/>
          </p:nvCxnSpPr>
          <p:spPr>
            <a:xfrm>
              <a:off x="7655061" y="2079678"/>
              <a:ext cx="0" cy="3467100"/>
            </a:xfrm>
            <a:prstGeom prst="straightConnector1">
              <a:avLst/>
            </a:prstGeom>
            <a:noFill/>
            <a:ln w="34925" cap="flat" cmpd="sng">
              <a:solidFill>
                <a:srgbClr val="005B67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0" name="Google Shape;130;p1"/>
            <p:cNvCxnSpPr/>
            <p:nvPr/>
          </p:nvCxnSpPr>
          <p:spPr>
            <a:xfrm rot="10800000">
              <a:off x="7655061" y="5546778"/>
              <a:ext cx="4432300" cy="0"/>
            </a:xfrm>
            <a:prstGeom prst="straightConnector1">
              <a:avLst/>
            </a:prstGeom>
            <a:noFill/>
            <a:ln w="34925" cap="flat" cmpd="sng">
              <a:solidFill>
                <a:srgbClr val="005B67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31" name="Google Shape;131;p1"/>
            <p:cNvSpPr txBox="1"/>
            <p:nvPr/>
          </p:nvSpPr>
          <p:spPr>
            <a:xfrm>
              <a:off x="7337013" y="5621084"/>
              <a:ext cx="19192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1200" b="1" i="0" u="none" strike="noStrike" cap="none">
                  <a:solidFill>
                    <a:srgbClr val="F37A54"/>
                  </a:solidFill>
                  <a:latin typeface="Calibri"/>
                  <a:ea typeface="Calibri"/>
                  <a:cs typeface="Calibri"/>
                  <a:sym typeface="Calibri"/>
                </a:rPr>
                <a:t>Oct’22 – Jan‘23</a:t>
              </a:r>
              <a:endParaRPr/>
            </a:p>
          </p:txBody>
        </p:sp>
        <p:sp>
          <p:nvSpPr>
            <p:cNvPr id="132" name="Google Shape;132;p1"/>
            <p:cNvSpPr txBox="1"/>
            <p:nvPr/>
          </p:nvSpPr>
          <p:spPr>
            <a:xfrm>
              <a:off x="8413645" y="5897008"/>
              <a:ext cx="19192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Jan – Mar’23</a:t>
              </a:r>
              <a:endParaRPr/>
            </a:p>
          </p:txBody>
        </p:sp>
        <p:sp>
          <p:nvSpPr>
            <p:cNvPr id="133" name="Google Shape;133;p1"/>
            <p:cNvSpPr txBox="1"/>
            <p:nvPr/>
          </p:nvSpPr>
          <p:spPr>
            <a:xfrm>
              <a:off x="9220097" y="5595593"/>
              <a:ext cx="19192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Apr – June’23</a:t>
              </a:r>
              <a:endParaRPr/>
            </a:p>
          </p:txBody>
        </p:sp>
        <p:sp>
          <p:nvSpPr>
            <p:cNvPr id="134" name="Google Shape;134;p1"/>
            <p:cNvSpPr txBox="1"/>
            <p:nvPr/>
          </p:nvSpPr>
          <p:spPr>
            <a:xfrm>
              <a:off x="10246559" y="5885268"/>
              <a:ext cx="19192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Jul – Sep’23</a:t>
              </a:r>
              <a:endParaRPr/>
            </a:p>
          </p:txBody>
        </p:sp>
        <p:cxnSp>
          <p:nvCxnSpPr>
            <p:cNvPr id="135" name="Google Shape;135;p1"/>
            <p:cNvCxnSpPr/>
            <p:nvPr/>
          </p:nvCxnSpPr>
          <p:spPr>
            <a:xfrm rot="10800000">
              <a:off x="8501469" y="2079750"/>
              <a:ext cx="12600" cy="3480000"/>
            </a:xfrm>
            <a:prstGeom prst="straightConnector1">
              <a:avLst/>
            </a:prstGeom>
            <a:noFill/>
            <a:ln w="12700" cap="flat" cmpd="sng">
              <a:solidFill>
                <a:schemeClr val="accent1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sp>
          <p:nvSpPr>
            <p:cNvPr id="136" name="Google Shape;136;p1"/>
            <p:cNvSpPr/>
            <p:nvPr/>
          </p:nvSpPr>
          <p:spPr>
            <a:xfrm>
              <a:off x="8501369" y="2491836"/>
              <a:ext cx="868191" cy="330198"/>
            </a:xfrm>
            <a:prstGeom prst="rect">
              <a:avLst/>
            </a:prstGeom>
            <a:solidFill>
              <a:srgbClr val="005B67"/>
            </a:solidFill>
            <a:ln w="12700" cap="flat" cmpd="sng">
              <a:solidFill>
                <a:srgbClr val="00262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135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3M</a:t>
              </a:r>
              <a:endParaRPr/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9397146" y="2496759"/>
              <a:ext cx="450696" cy="325277"/>
            </a:xfrm>
            <a:prstGeom prst="rect">
              <a:avLst/>
            </a:prstGeom>
            <a:solidFill>
              <a:srgbClr val="005B67"/>
            </a:solidFill>
            <a:ln w="12700" cap="flat" cmpd="sng">
              <a:solidFill>
                <a:srgbClr val="00262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800" b="0" i="0" u="none" strike="noStrike" cap="none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1M</a:t>
              </a:r>
              <a:endParaRPr sz="800" dirty="0"/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10284433" y="2492055"/>
              <a:ext cx="903895" cy="330198"/>
            </a:xfrm>
            <a:prstGeom prst="rect">
              <a:avLst/>
            </a:prstGeom>
            <a:solidFill>
              <a:srgbClr val="005B67"/>
            </a:solidFill>
            <a:ln w="12700" cap="flat" cmpd="sng">
              <a:solidFill>
                <a:srgbClr val="00262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135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3M</a:t>
              </a:r>
              <a:endParaRPr/>
            </a:p>
          </p:txBody>
        </p:sp>
        <p:cxnSp>
          <p:nvCxnSpPr>
            <p:cNvPr id="139" name="Google Shape;139;p1"/>
            <p:cNvCxnSpPr/>
            <p:nvPr/>
          </p:nvCxnSpPr>
          <p:spPr>
            <a:xfrm rot="10800000">
              <a:off x="9382260" y="2079750"/>
              <a:ext cx="0" cy="3480000"/>
            </a:xfrm>
            <a:prstGeom prst="straightConnector1">
              <a:avLst/>
            </a:prstGeom>
            <a:noFill/>
            <a:ln w="12700" cap="flat" cmpd="sng">
              <a:solidFill>
                <a:schemeClr val="accent1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0" name="Google Shape;140;p1"/>
            <p:cNvCxnSpPr/>
            <p:nvPr/>
          </p:nvCxnSpPr>
          <p:spPr>
            <a:xfrm rot="10800000">
              <a:off x="10264128" y="2086046"/>
              <a:ext cx="12000" cy="3423900"/>
            </a:xfrm>
            <a:prstGeom prst="straightConnector1">
              <a:avLst/>
            </a:prstGeom>
            <a:noFill/>
            <a:ln w="12700" cap="flat" cmpd="sng">
              <a:solidFill>
                <a:schemeClr val="accent1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1" name="Google Shape;141;p1"/>
            <p:cNvCxnSpPr/>
            <p:nvPr/>
          </p:nvCxnSpPr>
          <p:spPr>
            <a:xfrm rot="10800000">
              <a:off x="11181171" y="2079750"/>
              <a:ext cx="12600" cy="3480000"/>
            </a:xfrm>
            <a:prstGeom prst="straightConnector1">
              <a:avLst/>
            </a:prstGeom>
            <a:noFill/>
            <a:ln w="12700" cap="flat" cmpd="sng">
              <a:solidFill>
                <a:schemeClr val="accent1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sp>
          <p:nvSpPr>
            <p:cNvPr id="142" name="Google Shape;142;p1"/>
            <p:cNvSpPr/>
            <p:nvPr/>
          </p:nvSpPr>
          <p:spPr>
            <a:xfrm>
              <a:off x="7652723" y="4116675"/>
              <a:ext cx="847533" cy="330198"/>
            </a:xfrm>
            <a:prstGeom prst="rect">
              <a:avLst/>
            </a:prstGeom>
            <a:solidFill>
              <a:srgbClr val="40A7D4"/>
            </a:solidFill>
            <a:ln w="12700" cap="flat" cmpd="sng">
              <a:solidFill>
                <a:srgbClr val="1B46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7651667" y="4982932"/>
              <a:ext cx="854224" cy="330198"/>
            </a:xfrm>
            <a:prstGeom prst="rect">
              <a:avLst/>
            </a:prstGeom>
            <a:solidFill>
              <a:srgbClr val="40A7D4"/>
            </a:solidFill>
            <a:ln w="12700" cap="flat" cmpd="sng">
              <a:solidFill>
                <a:srgbClr val="1B46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7680182" y="3123449"/>
              <a:ext cx="825709" cy="337057"/>
            </a:xfrm>
            <a:prstGeom prst="rect">
              <a:avLst/>
            </a:prstGeom>
            <a:solidFill>
              <a:srgbClr val="F37A54"/>
            </a:solidFill>
            <a:ln w="12700" cap="flat" cmpd="sng">
              <a:solidFill>
                <a:srgbClr val="00262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PRE</a:t>
              </a:r>
              <a:endParaRPr/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11199843" y="4116541"/>
              <a:ext cx="847356" cy="330198"/>
            </a:xfrm>
            <a:prstGeom prst="rect">
              <a:avLst/>
            </a:prstGeom>
            <a:solidFill>
              <a:srgbClr val="40A7D4"/>
            </a:solidFill>
            <a:ln w="12700" cap="flat" cmpd="sng">
              <a:solidFill>
                <a:srgbClr val="1B46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11198787" y="4982798"/>
              <a:ext cx="847356" cy="330198"/>
            </a:xfrm>
            <a:prstGeom prst="rect">
              <a:avLst/>
            </a:prstGeom>
            <a:solidFill>
              <a:srgbClr val="40A7D4"/>
            </a:solidFill>
            <a:ln w="12700" cap="flat" cmpd="sng">
              <a:solidFill>
                <a:srgbClr val="1B46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11275493" y="3123850"/>
              <a:ext cx="748565" cy="330199"/>
            </a:xfrm>
            <a:prstGeom prst="rect">
              <a:avLst/>
            </a:prstGeom>
            <a:solidFill>
              <a:srgbClr val="F37A54"/>
            </a:solidFill>
            <a:ln w="12700" cap="flat" cmpd="sng">
              <a:solidFill>
                <a:srgbClr val="00262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9M</a:t>
              </a:r>
              <a:endParaRPr/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8564406" y="3127322"/>
              <a:ext cx="815087" cy="330199"/>
            </a:xfrm>
            <a:prstGeom prst="rect">
              <a:avLst/>
            </a:prstGeom>
            <a:solidFill>
              <a:srgbClr val="F37A54"/>
            </a:solidFill>
            <a:ln w="12700" cap="flat" cmpd="sng">
              <a:solidFill>
                <a:srgbClr val="00262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START</a:t>
              </a:r>
              <a:endParaRPr/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9440712" y="3123850"/>
              <a:ext cx="835417" cy="337455"/>
            </a:xfrm>
            <a:prstGeom prst="rect">
              <a:avLst/>
            </a:prstGeom>
            <a:solidFill>
              <a:srgbClr val="F37A54"/>
            </a:solidFill>
            <a:ln w="12700" cap="flat" cmpd="sng">
              <a:solidFill>
                <a:srgbClr val="00262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3M</a:t>
              </a:r>
              <a:endParaRPr/>
            </a:p>
          </p:txBody>
        </p:sp>
        <p:pic>
          <p:nvPicPr>
            <p:cNvPr id="150" name="Google Shape;150;p1" descr="Rotary International Water, Sanitation &amp; Hygiene Month | Rotary Club of  Flint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927838" y="4773615"/>
              <a:ext cx="585170" cy="746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1" descr="E. Coli Bacteria Infection Vector Icon Stock Vector - Illustration of  virus, micro: 18349095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925925" y="2952027"/>
              <a:ext cx="672536" cy="672536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52" name="Google Shape;152;p1"/>
          <p:cNvCxnSpPr/>
          <p:nvPr/>
        </p:nvCxnSpPr>
        <p:spPr>
          <a:xfrm>
            <a:off x="1474412" y="1259901"/>
            <a:ext cx="2079600" cy="0"/>
          </a:xfrm>
          <a:prstGeom prst="straightConnector1">
            <a:avLst/>
          </a:prstGeom>
          <a:noFill/>
          <a:ln w="44450" cap="flat" cmpd="sng">
            <a:solidFill>
              <a:srgbClr val="005B67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53" name="Google Shape;153;p1"/>
          <p:cNvSpPr txBox="1"/>
          <p:nvPr/>
        </p:nvSpPr>
        <p:spPr>
          <a:xfrm>
            <a:off x="1" y="2051536"/>
            <a:ext cx="1828799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Intervention</a:t>
            </a: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"/>
          <p:cNvSpPr txBox="1"/>
          <p:nvPr/>
        </p:nvSpPr>
        <p:spPr>
          <a:xfrm>
            <a:off x="891590" y="269616"/>
            <a:ext cx="31749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5-6 month intervention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rounds; 2-4 days per cluster</a:t>
            </a:r>
            <a:endParaRPr/>
          </a:p>
        </p:txBody>
      </p:sp>
      <p:pic>
        <p:nvPicPr>
          <p:cNvPr id="155" name="Google Shape;155;p1" descr="House Icon Village Icon Camp Icon: stockvector (rechtenvrij) 1744058831 |  Shutterstock"/>
          <p:cNvPicPr preferRelativeResize="0"/>
          <p:nvPr/>
        </p:nvPicPr>
        <p:blipFill rotWithShape="1">
          <a:blip r:embed="rId6">
            <a:alphaModFix/>
          </a:blip>
          <a:srcRect l="18000" t="18317" r="15332" b="22184"/>
          <a:stretch/>
        </p:blipFill>
        <p:spPr>
          <a:xfrm>
            <a:off x="4705112" y="538167"/>
            <a:ext cx="1190626" cy="85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"/>
          <p:cNvSpPr txBox="1"/>
          <p:nvPr/>
        </p:nvSpPr>
        <p:spPr>
          <a:xfrm>
            <a:off x="5825136" y="745211"/>
            <a:ext cx="2807189" cy="300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 22 village clusters per site</a:t>
            </a: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"/>
          <p:cNvSpPr/>
          <p:nvPr/>
        </p:nvSpPr>
        <p:spPr>
          <a:xfrm>
            <a:off x="4584297" y="3140062"/>
            <a:ext cx="1385722" cy="1175132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1B46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(WATCH) antibiotic use</a:t>
            </a:r>
            <a:endParaRPr sz="13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35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Pre-/Post patient exit interviews</a:t>
            </a: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"/>
          <p:cNvSpPr/>
          <p:nvPr/>
        </p:nvSpPr>
        <p:spPr>
          <a:xfrm>
            <a:off x="6083137" y="3123638"/>
            <a:ext cx="1439636" cy="1176119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1B46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WASH + Health literacy </a:t>
            </a: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Pre-Post</a:t>
            </a: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35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Household-surveys</a:t>
            </a:r>
            <a:endParaRPr sz="1350" b="0" i="1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"/>
          <p:cNvSpPr/>
          <p:nvPr/>
        </p:nvSpPr>
        <p:spPr>
          <a:xfrm>
            <a:off x="7614850" y="3121523"/>
            <a:ext cx="1463312" cy="1165334"/>
          </a:xfrm>
          <a:prstGeom prst="rect">
            <a:avLst/>
          </a:prstGeom>
          <a:solidFill>
            <a:srgbClr val="9B5E0B"/>
          </a:solidFill>
          <a:ln w="12700" cap="flat" cmpd="sng">
            <a:solidFill>
              <a:srgbClr val="1B46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Patient management</a:t>
            </a: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Pre-Post</a:t>
            </a: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35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Simulated patients</a:t>
            </a:r>
            <a:endParaRPr sz="1350" b="0" i="1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"/>
          <p:cNvSpPr/>
          <p:nvPr/>
        </p:nvSpPr>
        <p:spPr>
          <a:xfrm>
            <a:off x="4589167" y="1931939"/>
            <a:ext cx="1396505" cy="1122204"/>
          </a:xfrm>
          <a:prstGeom prst="rect">
            <a:avLst/>
          </a:prstGeom>
          <a:solidFill>
            <a:srgbClr val="F37A54"/>
          </a:solidFill>
          <a:ln w="12700" cap="flat" cmpd="sng">
            <a:solidFill>
              <a:srgbClr val="1B46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AMR transmission</a:t>
            </a: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Pre-start-during-</a:t>
            </a:r>
            <a:br>
              <a:rPr lang="nl-BE"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nl-BE"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35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Stool collection</a:t>
            </a:r>
            <a:endParaRPr sz="1350" b="0" i="1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1" descr="Stool Test Line Icon Sample For Laboratory Research Linear Pictogram  Medical Exam Of Feces Outline Icon Editable Stroke Isolated Vector  Illustration Stock Illustration - Download Image Now - iStock"/>
          <p:cNvPicPr preferRelativeResize="0"/>
          <p:nvPr/>
        </p:nvPicPr>
        <p:blipFill rotWithShape="1">
          <a:blip r:embed="rId7">
            <a:alphaModFix/>
          </a:blip>
          <a:srcRect l="20319" t="16814" r="23309" b="20364"/>
          <a:stretch/>
        </p:blipFill>
        <p:spPr>
          <a:xfrm>
            <a:off x="6121214" y="2169622"/>
            <a:ext cx="415788" cy="46334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"/>
          <p:cNvSpPr txBox="1"/>
          <p:nvPr/>
        </p:nvSpPr>
        <p:spPr>
          <a:xfrm>
            <a:off x="6574818" y="2162927"/>
            <a:ext cx="4786313" cy="530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 households per cluster; </a:t>
            </a:r>
            <a:br>
              <a:rPr lang="nl-BE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nl-BE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 to 7 household members*</a:t>
            </a: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"/>
          <p:cNvSpPr txBox="1"/>
          <p:nvPr/>
        </p:nvSpPr>
        <p:spPr>
          <a:xfrm>
            <a:off x="4589167" y="4401113"/>
            <a:ext cx="4301143" cy="39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0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*In DRC slimmed down stool data collection in households as a result of rodent sampling</a:t>
            </a: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"/>
          <p:cNvSpPr txBox="1"/>
          <p:nvPr/>
        </p:nvSpPr>
        <p:spPr>
          <a:xfrm>
            <a:off x="1510423" y="1499863"/>
            <a:ext cx="47167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R1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"/>
          <p:cNvSpPr txBox="1"/>
          <p:nvPr/>
        </p:nvSpPr>
        <p:spPr>
          <a:xfrm>
            <a:off x="2174945" y="1491875"/>
            <a:ext cx="471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R2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"/>
          <p:cNvSpPr txBox="1"/>
          <p:nvPr/>
        </p:nvSpPr>
        <p:spPr>
          <a:xfrm>
            <a:off x="2841059" y="1499861"/>
            <a:ext cx="47167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R3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1" name="Google Shape;171;p2"/>
          <p:cNvCxnSpPr/>
          <p:nvPr/>
        </p:nvCxnSpPr>
        <p:spPr>
          <a:xfrm>
            <a:off x="934571" y="2921373"/>
            <a:ext cx="0" cy="1246048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172" name="Google Shape;17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7241" y="2912563"/>
            <a:ext cx="1490400" cy="147620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"/>
          <p:cNvSpPr txBox="1"/>
          <p:nvPr/>
        </p:nvSpPr>
        <p:spPr>
          <a:xfrm rot="-5400000">
            <a:off x="5914616" y="3120441"/>
            <a:ext cx="2194500" cy="1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-BE"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Decolonisation rate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2738" y="2898296"/>
            <a:ext cx="1490400" cy="147620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"/>
          <p:cNvSpPr txBox="1"/>
          <p:nvPr/>
        </p:nvSpPr>
        <p:spPr>
          <a:xfrm rot="-5400000">
            <a:off x="661506" y="3123821"/>
            <a:ext cx="2194500" cy="1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-BE"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Decolonisation rate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"/>
          <p:cNvSpPr txBox="1"/>
          <p:nvPr/>
        </p:nvSpPr>
        <p:spPr>
          <a:xfrm rot="-672">
            <a:off x="329519" y="346162"/>
            <a:ext cx="15336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nl-BE"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Scenario </a:t>
            </a:r>
            <a:r>
              <a:rPr lang="nl-BE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661" y="998458"/>
            <a:ext cx="1705367" cy="1473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"/>
          <p:cNvSpPr txBox="1"/>
          <p:nvPr/>
        </p:nvSpPr>
        <p:spPr>
          <a:xfrm rot="5400000">
            <a:off x="7883150" y="1277221"/>
            <a:ext cx="20394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nl-BE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Impact on </a:t>
            </a:r>
            <a:endParaRPr sz="14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nl-BE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acquisition</a:t>
            </a:r>
            <a:endParaRPr sz="14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p2"/>
          <p:cNvCxnSpPr/>
          <p:nvPr/>
        </p:nvCxnSpPr>
        <p:spPr>
          <a:xfrm>
            <a:off x="322388" y="1589784"/>
            <a:ext cx="303900" cy="0"/>
          </a:xfrm>
          <a:prstGeom prst="straightConnector1">
            <a:avLst/>
          </a:prstGeom>
          <a:noFill/>
          <a:ln w="28575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80" name="Google Shape;18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3510" y="2913896"/>
            <a:ext cx="1490400" cy="1476202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"/>
          <p:cNvSpPr txBox="1"/>
          <p:nvPr/>
        </p:nvSpPr>
        <p:spPr>
          <a:xfrm rot="-5400000">
            <a:off x="-1056962" y="3139421"/>
            <a:ext cx="2194500" cy="1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-BE"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Decolonisation rate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"/>
          <p:cNvSpPr txBox="1"/>
          <p:nvPr/>
        </p:nvSpPr>
        <p:spPr>
          <a:xfrm rot="-672">
            <a:off x="2067644" y="346162"/>
            <a:ext cx="15336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nl-BE"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Scenario 2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"/>
          <p:cNvSpPr txBox="1"/>
          <p:nvPr/>
        </p:nvSpPr>
        <p:spPr>
          <a:xfrm rot="-672">
            <a:off x="3705925" y="346161"/>
            <a:ext cx="15336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nl-BE"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Scenario </a:t>
            </a:r>
            <a:r>
              <a:rPr lang="nl-BE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"/>
          <p:cNvSpPr txBox="1"/>
          <p:nvPr/>
        </p:nvSpPr>
        <p:spPr>
          <a:xfrm rot="-672">
            <a:off x="7068019" y="346162"/>
            <a:ext cx="15336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nl-BE"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Scenario </a:t>
            </a:r>
            <a:r>
              <a:rPr lang="nl-BE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5674" y="998458"/>
            <a:ext cx="1705367" cy="1473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6" name="Google Shape;186;p2"/>
          <p:cNvCxnSpPr/>
          <p:nvPr/>
        </p:nvCxnSpPr>
        <p:spPr>
          <a:xfrm>
            <a:off x="2362450" y="1575846"/>
            <a:ext cx="0" cy="216000"/>
          </a:xfrm>
          <a:prstGeom prst="straightConnector1">
            <a:avLst/>
          </a:prstGeom>
          <a:noFill/>
          <a:ln w="28575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87" name="Google Shape;187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76576" y="918872"/>
            <a:ext cx="1705367" cy="1473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8" name="Google Shape;188;p2"/>
          <p:cNvCxnSpPr/>
          <p:nvPr/>
        </p:nvCxnSpPr>
        <p:spPr>
          <a:xfrm>
            <a:off x="7487740" y="1680147"/>
            <a:ext cx="376800" cy="130200"/>
          </a:xfrm>
          <a:prstGeom prst="straightConnector1">
            <a:avLst/>
          </a:prstGeom>
          <a:noFill/>
          <a:ln w="28575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9" name="Google Shape;189;p2"/>
          <p:cNvSpPr txBox="1"/>
          <p:nvPr/>
        </p:nvSpPr>
        <p:spPr>
          <a:xfrm rot="-672">
            <a:off x="5468119" y="346162"/>
            <a:ext cx="15336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nl-BE"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Scenario </a:t>
            </a:r>
            <a:r>
              <a:rPr lang="nl-BE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"/>
          <p:cNvSpPr txBox="1"/>
          <p:nvPr/>
        </p:nvSpPr>
        <p:spPr>
          <a:xfrm rot="5400000">
            <a:off x="7883150" y="3261121"/>
            <a:ext cx="20394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nl-BE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Impact on </a:t>
            </a:r>
            <a:endParaRPr sz="14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nl-BE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decolonisation</a:t>
            </a:r>
            <a:endParaRPr sz="14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" name="Google Shape;191;p2"/>
          <p:cNvCxnSpPr/>
          <p:nvPr/>
        </p:nvCxnSpPr>
        <p:spPr>
          <a:xfrm>
            <a:off x="258338" y="3874459"/>
            <a:ext cx="303900" cy="0"/>
          </a:xfrm>
          <a:prstGeom prst="straightConnector1">
            <a:avLst/>
          </a:prstGeom>
          <a:noFill/>
          <a:ln w="25400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2" name="Google Shape;192;p2"/>
          <p:cNvCxnSpPr/>
          <p:nvPr/>
        </p:nvCxnSpPr>
        <p:spPr>
          <a:xfrm>
            <a:off x="562175" y="3645859"/>
            <a:ext cx="0" cy="216900"/>
          </a:xfrm>
          <a:prstGeom prst="straightConnector1">
            <a:avLst/>
          </a:prstGeom>
          <a:noFill/>
          <a:ln w="25400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3" name="Google Shape;193;p2"/>
          <p:cNvCxnSpPr/>
          <p:nvPr/>
        </p:nvCxnSpPr>
        <p:spPr>
          <a:xfrm>
            <a:off x="2610062" y="3436989"/>
            <a:ext cx="2100" cy="200400"/>
          </a:xfrm>
          <a:prstGeom prst="straightConnector1">
            <a:avLst/>
          </a:prstGeom>
          <a:noFill/>
          <a:ln w="25400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4" name="Google Shape;194;p2"/>
          <p:cNvCxnSpPr/>
          <p:nvPr/>
        </p:nvCxnSpPr>
        <p:spPr>
          <a:xfrm>
            <a:off x="2231150" y="3646321"/>
            <a:ext cx="0" cy="216000"/>
          </a:xfrm>
          <a:prstGeom prst="straightConnector1">
            <a:avLst/>
          </a:prstGeom>
          <a:noFill/>
          <a:ln w="25400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5" name="Google Shape;195;p2"/>
          <p:cNvCxnSpPr/>
          <p:nvPr/>
        </p:nvCxnSpPr>
        <p:spPr>
          <a:xfrm rot="10800000" flipH="1">
            <a:off x="2236000" y="3634159"/>
            <a:ext cx="374062" cy="12"/>
          </a:xfrm>
          <a:prstGeom prst="straightConnector1">
            <a:avLst/>
          </a:prstGeom>
          <a:noFill/>
          <a:ln w="25400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6" name="Google Shape;196;p2"/>
          <p:cNvCxnSpPr/>
          <p:nvPr/>
        </p:nvCxnSpPr>
        <p:spPr>
          <a:xfrm>
            <a:off x="1932650" y="3875496"/>
            <a:ext cx="292200" cy="600"/>
          </a:xfrm>
          <a:prstGeom prst="straightConnector1">
            <a:avLst/>
          </a:prstGeom>
          <a:noFill/>
          <a:ln w="25400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7" name="Google Shape;197;p2"/>
          <p:cNvCxnSpPr/>
          <p:nvPr/>
        </p:nvCxnSpPr>
        <p:spPr>
          <a:xfrm>
            <a:off x="7868528" y="1813798"/>
            <a:ext cx="0" cy="102987"/>
          </a:xfrm>
          <a:prstGeom prst="straightConnector1">
            <a:avLst/>
          </a:prstGeom>
          <a:noFill/>
          <a:ln w="28575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8" name="Google Shape;198;p2"/>
          <p:cNvCxnSpPr/>
          <p:nvPr/>
        </p:nvCxnSpPr>
        <p:spPr>
          <a:xfrm>
            <a:off x="7483815" y="1535572"/>
            <a:ext cx="3760" cy="151650"/>
          </a:xfrm>
          <a:prstGeom prst="straightConnector1">
            <a:avLst/>
          </a:prstGeom>
          <a:noFill/>
          <a:ln w="28575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9" name="Google Shape;199;p2"/>
          <p:cNvCxnSpPr/>
          <p:nvPr/>
        </p:nvCxnSpPr>
        <p:spPr>
          <a:xfrm>
            <a:off x="7184386" y="3865791"/>
            <a:ext cx="308666" cy="0"/>
          </a:xfrm>
          <a:prstGeom prst="straightConnector1">
            <a:avLst/>
          </a:prstGeom>
          <a:noFill/>
          <a:ln w="25400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0" name="Google Shape;200;p2"/>
          <p:cNvCxnSpPr/>
          <p:nvPr/>
        </p:nvCxnSpPr>
        <p:spPr>
          <a:xfrm rot="10800000" flipH="1">
            <a:off x="7483602" y="3623266"/>
            <a:ext cx="381000" cy="125700"/>
          </a:xfrm>
          <a:prstGeom prst="straightConnector1">
            <a:avLst/>
          </a:prstGeom>
          <a:noFill/>
          <a:ln w="25400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1" name="Google Shape;201;p2"/>
          <p:cNvCxnSpPr/>
          <p:nvPr/>
        </p:nvCxnSpPr>
        <p:spPr>
          <a:xfrm>
            <a:off x="7864602" y="3502305"/>
            <a:ext cx="0" cy="114300"/>
          </a:xfrm>
          <a:prstGeom prst="straightConnector1">
            <a:avLst/>
          </a:prstGeom>
          <a:noFill/>
          <a:ln w="25400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2" name="Google Shape;202;p2"/>
          <p:cNvCxnSpPr/>
          <p:nvPr/>
        </p:nvCxnSpPr>
        <p:spPr>
          <a:xfrm>
            <a:off x="7490885" y="3743098"/>
            <a:ext cx="0" cy="129318"/>
          </a:xfrm>
          <a:prstGeom prst="straightConnector1">
            <a:avLst/>
          </a:prstGeom>
          <a:noFill/>
          <a:ln w="25400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3" name="Google Shape;203;p2"/>
          <p:cNvCxnSpPr/>
          <p:nvPr/>
        </p:nvCxnSpPr>
        <p:spPr>
          <a:xfrm>
            <a:off x="616747" y="1032846"/>
            <a:ext cx="0" cy="1246048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04" name="Google Shape;204;p2"/>
          <p:cNvCxnSpPr/>
          <p:nvPr/>
        </p:nvCxnSpPr>
        <p:spPr>
          <a:xfrm>
            <a:off x="626225" y="1589784"/>
            <a:ext cx="0" cy="216900"/>
          </a:xfrm>
          <a:prstGeom prst="straightConnector1">
            <a:avLst/>
          </a:prstGeom>
          <a:noFill/>
          <a:ln w="22225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5" name="Google Shape;205;p2"/>
          <p:cNvCxnSpPr/>
          <p:nvPr/>
        </p:nvCxnSpPr>
        <p:spPr>
          <a:xfrm>
            <a:off x="994541" y="1032059"/>
            <a:ext cx="0" cy="1246048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06" name="Google Shape;206;p2"/>
          <p:cNvCxnSpPr/>
          <p:nvPr/>
        </p:nvCxnSpPr>
        <p:spPr>
          <a:xfrm>
            <a:off x="1371639" y="1038371"/>
            <a:ext cx="0" cy="1246048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07" name="Google Shape;207;p2"/>
          <p:cNvCxnSpPr/>
          <p:nvPr/>
        </p:nvCxnSpPr>
        <p:spPr>
          <a:xfrm>
            <a:off x="638213" y="1794384"/>
            <a:ext cx="1044643" cy="0"/>
          </a:xfrm>
          <a:prstGeom prst="straightConnector1">
            <a:avLst/>
          </a:prstGeom>
          <a:noFill/>
          <a:ln w="28575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8" name="Google Shape;208;p2"/>
          <p:cNvCxnSpPr/>
          <p:nvPr/>
        </p:nvCxnSpPr>
        <p:spPr>
          <a:xfrm>
            <a:off x="2370181" y="1037584"/>
            <a:ext cx="0" cy="1246048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09" name="Google Shape;209;p2"/>
          <p:cNvCxnSpPr/>
          <p:nvPr/>
        </p:nvCxnSpPr>
        <p:spPr>
          <a:xfrm>
            <a:off x="2749995" y="1043109"/>
            <a:ext cx="0" cy="1246048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10" name="Google Shape;210;p2"/>
          <p:cNvCxnSpPr/>
          <p:nvPr/>
        </p:nvCxnSpPr>
        <p:spPr>
          <a:xfrm>
            <a:off x="3125073" y="1038371"/>
            <a:ext cx="0" cy="1246048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11" name="Google Shape;211;p2"/>
          <p:cNvCxnSpPr/>
          <p:nvPr/>
        </p:nvCxnSpPr>
        <p:spPr>
          <a:xfrm>
            <a:off x="7489580" y="952485"/>
            <a:ext cx="0" cy="1246048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12" name="Google Shape;212;p2"/>
          <p:cNvCxnSpPr/>
          <p:nvPr/>
        </p:nvCxnSpPr>
        <p:spPr>
          <a:xfrm>
            <a:off x="8244472" y="958010"/>
            <a:ext cx="0" cy="1246048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13" name="Google Shape;213;p2"/>
          <p:cNvCxnSpPr/>
          <p:nvPr/>
        </p:nvCxnSpPr>
        <p:spPr>
          <a:xfrm>
            <a:off x="554757" y="2911110"/>
            <a:ext cx="0" cy="1246048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14" name="Google Shape;214;p2"/>
          <p:cNvCxnSpPr/>
          <p:nvPr/>
        </p:nvCxnSpPr>
        <p:spPr>
          <a:xfrm>
            <a:off x="1309649" y="2916635"/>
            <a:ext cx="0" cy="1246048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15" name="Google Shape;215;p2"/>
          <p:cNvCxnSpPr/>
          <p:nvPr/>
        </p:nvCxnSpPr>
        <p:spPr>
          <a:xfrm>
            <a:off x="2231494" y="2888598"/>
            <a:ext cx="0" cy="1246048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16" name="Google Shape;216;p2"/>
          <p:cNvCxnSpPr/>
          <p:nvPr/>
        </p:nvCxnSpPr>
        <p:spPr>
          <a:xfrm>
            <a:off x="2611308" y="2898861"/>
            <a:ext cx="0" cy="1246048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17" name="Google Shape;217;p2"/>
          <p:cNvCxnSpPr/>
          <p:nvPr/>
        </p:nvCxnSpPr>
        <p:spPr>
          <a:xfrm>
            <a:off x="2986386" y="2894123"/>
            <a:ext cx="0" cy="1246048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18" name="Google Shape;218;p2"/>
          <p:cNvCxnSpPr/>
          <p:nvPr/>
        </p:nvCxnSpPr>
        <p:spPr>
          <a:xfrm>
            <a:off x="7870495" y="2912468"/>
            <a:ext cx="0" cy="1246048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19" name="Google Shape;219;p2"/>
          <p:cNvCxnSpPr/>
          <p:nvPr/>
        </p:nvCxnSpPr>
        <p:spPr>
          <a:xfrm>
            <a:off x="7490681" y="2902205"/>
            <a:ext cx="0" cy="1246048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20" name="Google Shape;220;p2"/>
          <p:cNvCxnSpPr/>
          <p:nvPr/>
        </p:nvCxnSpPr>
        <p:spPr>
          <a:xfrm>
            <a:off x="11542947" y="4614462"/>
            <a:ext cx="0" cy="1246048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21" name="Google Shape;221;p2"/>
          <p:cNvCxnSpPr/>
          <p:nvPr/>
        </p:nvCxnSpPr>
        <p:spPr>
          <a:xfrm>
            <a:off x="8239294" y="2917993"/>
            <a:ext cx="0" cy="1246048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22" name="Google Shape;222;p2"/>
          <p:cNvCxnSpPr/>
          <p:nvPr/>
        </p:nvCxnSpPr>
        <p:spPr>
          <a:xfrm rot="10800000" flipH="1">
            <a:off x="2753425" y="1992146"/>
            <a:ext cx="649713" cy="2288"/>
          </a:xfrm>
          <a:prstGeom prst="straightConnector1">
            <a:avLst/>
          </a:prstGeom>
          <a:noFill/>
          <a:ln w="28575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3" name="Google Shape;223;p2"/>
          <p:cNvCxnSpPr/>
          <p:nvPr/>
        </p:nvCxnSpPr>
        <p:spPr>
          <a:xfrm>
            <a:off x="2756150" y="1791746"/>
            <a:ext cx="2100" cy="200400"/>
          </a:xfrm>
          <a:prstGeom prst="straightConnector1">
            <a:avLst/>
          </a:prstGeom>
          <a:noFill/>
          <a:ln w="28575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4" name="Google Shape;224;p2"/>
          <p:cNvCxnSpPr/>
          <p:nvPr/>
        </p:nvCxnSpPr>
        <p:spPr>
          <a:xfrm rot="10800000" flipH="1">
            <a:off x="2362450" y="1791984"/>
            <a:ext cx="389700" cy="4800"/>
          </a:xfrm>
          <a:prstGeom prst="straightConnector1">
            <a:avLst/>
          </a:prstGeom>
          <a:noFill/>
          <a:ln w="28575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5" name="Google Shape;225;p2"/>
          <p:cNvCxnSpPr/>
          <p:nvPr/>
        </p:nvCxnSpPr>
        <p:spPr>
          <a:xfrm>
            <a:off x="2085050" y="1589496"/>
            <a:ext cx="292200" cy="600"/>
          </a:xfrm>
          <a:prstGeom prst="straightConnector1">
            <a:avLst/>
          </a:prstGeom>
          <a:noFill/>
          <a:ln w="28575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6" name="Google Shape;226;p2"/>
          <p:cNvCxnSpPr/>
          <p:nvPr/>
        </p:nvCxnSpPr>
        <p:spPr>
          <a:xfrm>
            <a:off x="2233134" y="3646786"/>
            <a:ext cx="0" cy="216900"/>
          </a:xfrm>
          <a:prstGeom prst="straightConnector1">
            <a:avLst/>
          </a:prstGeom>
          <a:noFill/>
          <a:ln w="22225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7" name="Google Shape;227;p2"/>
          <p:cNvCxnSpPr/>
          <p:nvPr/>
        </p:nvCxnSpPr>
        <p:spPr>
          <a:xfrm>
            <a:off x="7483602" y="1510210"/>
            <a:ext cx="0" cy="169937"/>
          </a:xfrm>
          <a:prstGeom prst="straightConnector1">
            <a:avLst/>
          </a:prstGeom>
          <a:noFill/>
          <a:ln w="22225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8" name="Google Shape;228;p2"/>
          <p:cNvCxnSpPr/>
          <p:nvPr/>
        </p:nvCxnSpPr>
        <p:spPr>
          <a:xfrm>
            <a:off x="7196539" y="1527750"/>
            <a:ext cx="292200" cy="600"/>
          </a:xfrm>
          <a:prstGeom prst="straightConnector1">
            <a:avLst/>
          </a:prstGeom>
          <a:noFill/>
          <a:ln w="28575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9" name="Google Shape;229;p2"/>
          <p:cNvCxnSpPr/>
          <p:nvPr/>
        </p:nvCxnSpPr>
        <p:spPr>
          <a:xfrm>
            <a:off x="7875376" y="1919521"/>
            <a:ext cx="648469" cy="118976"/>
          </a:xfrm>
          <a:prstGeom prst="straightConnector1">
            <a:avLst/>
          </a:prstGeom>
          <a:noFill/>
          <a:ln w="28575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0" name="Google Shape;230;p2"/>
          <p:cNvCxnSpPr/>
          <p:nvPr/>
        </p:nvCxnSpPr>
        <p:spPr>
          <a:xfrm flipH="1">
            <a:off x="7864540" y="1801993"/>
            <a:ext cx="7605" cy="114792"/>
          </a:xfrm>
          <a:prstGeom prst="straightConnector1">
            <a:avLst/>
          </a:prstGeom>
          <a:noFill/>
          <a:ln w="22225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1" name="Google Shape;231;p2"/>
          <p:cNvCxnSpPr/>
          <p:nvPr/>
        </p:nvCxnSpPr>
        <p:spPr>
          <a:xfrm>
            <a:off x="7872932" y="3508784"/>
            <a:ext cx="0" cy="121995"/>
          </a:xfrm>
          <a:prstGeom prst="straightConnector1">
            <a:avLst/>
          </a:prstGeom>
          <a:noFill/>
          <a:ln w="22225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2" name="Google Shape;232;p2"/>
          <p:cNvCxnSpPr/>
          <p:nvPr/>
        </p:nvCxnSpPr>
        <p:spPr>
          <a:xfrm>
            <a:off x="7483602" y="3743098"/>
            <a:ext cx="10265" cy="127097"/>
          </a:xfrm>
          <a:prstGeom prst="straightConnector1">
            <a:avLst/>
          </a:prstGeom>
          <a:noFill/>
          <a:ln w="22225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3" name="Google Shape;233;p2"/>
          <p:cNvCxnSpPr/>
          <p:nvPr/>
        </p:nvCxnSpPr>
        <p:spPr>
          <a:xfrm rot="10800000" flipH="1">
            <a:off x="7864602" y="3242029"/>
            <a:ext cx="663981" cy="257778"/>
          </a:xfrm>
          <a:prstGeom prst="straightConnector1">
            <a:avLst/>
          </a:prstGeom>
          <a:noFill/>
          <a:ln w="25400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4" name="Google Shape;234;p2"/>
          <p:cNvCxnSpPr/>
          <p:nvPr/>
        </p:nvCxnSpPr>
        <p:spPr>
          <a:xfrm>
            <a:off x="2609442" y="3420898"/>
            <a:ext cx="2100" cy="200400"/>
          </a:xfrm>
          <a:prstGeom prst="straightConnector1">
            <a:avLst/>
          </a:prstGeom>
          <a:noFill/>
          <a:ln w="28575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5" name="Google Shape;235;p2"/>
          <p:cNvCxnSpPr/>
          <p:nvPr/>
        </p:nvCxnSpPr>
        <p:spPr>
          <a:xfrm>
            <a:off x="555948" y="3637309"/>
            <a:ext cx="6227" cy="238487"/>
          </a:xfrm>
          <a:prstGeom prst="straightConnector1">
            <a:avLst/>
          </a:prstGeom>
          <a:noFill/>
          <a:ln w="22225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6" name="Google Shape;236;p2"/>
          <p:cNvCxnSpPr/>
          <p:nvPr/>
        </p:nvCxnSpPr>
        <p:spPr>
          <a:xfrm>
            <a:off x="931235" y="2915848"/>
            <a:ext cx="0" cy="1246048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37" name="Google Shape;237;p2"/>
          <p:cNvCxnSpPr/>
          <p:nvPr/>
        </p:nvCxnSpPr>
        <p:spPr>
          <a:xfrm>
            <a:off x="562235" y="3634159"/>
            <a:ext cx="1039149" cy="0"/>
          </a:xfrm>
          <a:prstGeom prst="straightConnector1">
            <a:avLst/>
          </a:prstGeom>
          <a:noFill/>
          <a:ln w="25400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8" name="Google Shape;238;p2"/>
          <p:cNvCxnSpPr/>
          <p:nvPr/>
        </p:nvCxnSpPr>
        <p:spPr>
          <a:xfrm>
            <a:off x="7865488" y="952485"/>
            <a:ext cx="0" cy="1246048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39" name="Google Shape;239;p2"/>
          <p:cNvCxnSpPr/>
          <p:nvPr/>
        </p:nvCxnSpPr>
        <p:spPr>
          <a:xfrm>
            <a:off x="7868981" y="1822524"/>
            <a:ext cx="0" cy="121995"/>
          </a:xfrm>
          <a:prstGeom prst="straightConnector1">
            <a:avLst/>
          </a:prstGeom>
          <a:noFill/>
          <a:ln w="22225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0" name="Google Shape;240;p2"/>
          <p:cNvCxnSpPr/>
          <p:nvPr/>
        </p:nvCxnSpPr>
        <p:spPr>
          <a:xfrm>
            <a:off x="2596887" y="3432242"/>
            <a:ext cx="691163" cy="0"/>
          </a:xfrm>
          <a:prstGeom prst="straightConnector1">
            <a:avLst/>
          </a:prstGeom>
          <a:noFill/>
          <a:ln w="25400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1" name="Google Shape;241;p2"/>
          <p:cNvCxnSpPr/>
          <p:nvPr/>
        </p:nvCxnSpPr>
        <p:spPr>
          <a:xfrm>
            <a:off x="655439" y="1032059"/>
            <a:ext cx="0" cy="1246048"/>
          </a:xfrm>
          <a:prstGeom prst="straightConnector1">
            <a:avLst/>
          </a:prstGeom>
          <a:noFill/>
          <a:ln w="9525" cap="flat" cmpd="sng">
            <a:solidFill>
              <a:srgbClr val="E8825E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42" name="Google Shape;242;p2"/>
          <p:cNvCxnSpPr/>
          <p:nvPr/>
        </p:nvCxnSpPr>
        <p:spPr>
          <a:xfrm>
            <a:off x="1032443" y="1032059"/>
            <a:ext cx="0" cy="1246048"/>
          </a:xfrm>
          <a:prstGeom prst="straightConnector1">
            <a:avLst/>
          </a:prstGeom>
          <a:noFill/>
          <a:ln w="9525" cap="flat" cmpd="sng">
            <a:solidFill>
              <a:srgbClr val="E8825E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43" name="Google Shape;243;p2"/>
          <p:cNvCxnSpPr/>
          <p:nvPr/>
        </p:nvCxnSpPr>
        <p:spPr>
          <a:xfrm>
            <a:off x="1678118" y="1032059"/>
            <a:ext cx="0" cy="1246048"/>
          </a:xfrm>
          <a:prstGeom prst="straightConnector1">
            <a:avLst/>
          </a:prstGeom>
          <a:noFill/>
          <a:ln w="9525" cap="flat" cmpd="sng">
            <a:solidFill>
              <a:srgbClr val="E8825E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44" name="Google Shape;244;p2"/>
          <p:cNvCxnSpPr/>
          <p:nvPr/>
        </p:nvCxnSpPr>
        <p:spPr>
          <a:xfrm>
            <a:off x="597795" y="2910323"/>
            <a:ext cx="0" cy="1246048"/>
          </a:xfrm>
          <a:prstGeom prst="straightConnector1">
            <a:avLst/>
          </a:prstGeom>
          <a:noFill/>
          <a:ln w="9525" cap="flat" cmpd="sng">
            <a:solidFill>
              <a:srgbClr val="E8825E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45" name="Google Shape;245;p2"/>
          <p:cNvCxnSpPr/>
          <p:nvPr/>
        </p:nvCxnSpPr>
        <p:spPr>
          <a:xfrm>
            <a:off x="970851" y="2921373"/>
            <a:ext cx="0" cy="1246048"/>
          </a:xfrm>
          <a:prstGeom prst="straightConnector1">
            <a:avLst/>
          </a:prstGeom>
          <a:noFill/>
          <a:ln w="9525" cap="flat" cmpd="sng">
            <a:solidFill>
              <a:srgbClr val="E8825E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46" name="Google Shape;246;p2"/>
          <p:cNvCxnSpPr/>
          <p:nvPr/>
        </p:nvCxnSpPr>
        <p:spPr>
          <a:xfrm>
            <a:off x="1610998" y="2910323"/>
            <a:ext cx="0" cy="1246048"/>
          </a:xfrm>
          <a:prstGeom prst="straightConnector1">
            <a:avLst/>
          </a:prstGeom>
          <a:noFill/>
          <a:ln w="9525" cap="flat" cmpd="sng">
            <a:solidFill>
              <a:srgbClr val="E8825E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47" name="Google Shape;247;p2"/>
          <p:cNvCxnSpPr/>
          <p:nvPr/>
        </p:nvCxnSpPr>
        <p:spPr>
          <a:xfrm>
            <a:off x="2280512" y="2896875"/>
            <a:ext cx="0" cy="1246048"/>
          </a:xfrm>
          <a:prstGeom prst="straightConnector1">
            <a:avLst/>
          </a:prstGeom>
          <a:noFill/>
          <a:ln w="9525" cap="flat" cmpd="sng">
            <a:solidFill>
              <a:srgbClr val="E8825E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48" name="Google Shape;248;p2"/>
          <p:cNvCxnSpPr/>
          <p:nvPr/>
        </p:nvCxnSpPr>
        <p:spPr>
          <a:xfrm>
            <a:off x="2648042" y="2906351"/>
            <a:ext cx="0" cy="1246048"/>
          </a:xfrm>
          <a:prstGeom prst="straightConnector1">
            <a:avLst/>
          </a:prstGeom>
          <a:noFill/>
          <a:ln w="9525" cap="flat" cmpd="sng">
            <a:solidFill>
              <a:srgbClr val="E8825E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49" name="Google Shape;249;p2"/>
          <p:cNvCxnSpPr/>
          <p:nvPr/>
        </p:nvCxnSpPr>
        <p:spPr>
          <a:xfrm>
            <a:off x="3284239" y="2896875"/>
            <a:ext cx="0" cy="1246048"/>
          </a:xfrm>
          <a:prstGeom prst="straightConnector1">
            <a:avLst/>
          </a:prstGeom>
          <a:noFill/>
          <a:ln w="9525" cap="flat" cmpd="sng">
            <a:solidFill>
              <a:srgbClr val="E8825E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50" name="Google Shape;250;p2"/>
          <p:cNvCxnSpPr/>
          <p:nvPr/>
        </p:nvCxnSpPr>
        <p:spPr>
          <a:xfrm>
            <a:off x="2401046" y="1032846"/>
            <a:ext cx="0" cy="1246048"/>
          </a:xfrm>
          <a:prstGeom prst="straightConnector1">
            <a:avLst/>
          </a:prstGeom>
          <a:noFill/>
          <a:ln w="9525" cap="flat" cmpd="sng">
            <a:solidFill>
              <a:srgbClr val="E8825E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51" name="Google Shape;251;p2"/>
          <p:cNvCxnSpPr/>
          <p:nvPr/>
        </p:nvCxnSpPr>
        <p:spPr>
          <a:xfrm>
            <a:off x="2778052" y="1042322"/>
            <a:ext cx="0" cy="1246048"/>
          </a:xfrm>
          <a:prstGeom prst="straightConnector1">
            <a:avLst/>
          </a:prstGeom>
          <a:noFill/>
          <a:ln w="9525" cap="flat" cmpd="sng">
            <a:solidFill>
              <a:srgbClr val="E8825E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52" name="Google Shape;252;p2"/>
          <p:cNvCxnSpPr/>
          <p:nvPr/>
        </p:nvCxnSpPr>
        <p:spPr>
          <a:xfrm>
            <a:off x="3423725" y="1032846"/>
            <a:ext cx="0" cy="1246048"/>
          </a:xfrm>
          <a:prstGeom prst="straightConnector1">
            <a:avLst/>
          </a:prstGeom>
          <a:noFill/>
          <a:ln w="9525" cap="flat" cmpd="sng">
            <a:solidFill>
              <a:srgbClr val="E8825E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53" name="Google Shape;253;p2"/>
          <p:cNvCxnSpPr/>
          <p:nvPr/>
        </p:nvCxnSpPr>
        <p:spPr>
          <a:xfrm>
            <a:off x="7534313" y="2922731"/>
            <a:ext cx="0" cy="1246048"/>
          </a:xfrm>
          <a:prstGeom prst="straightConnector1">
            <a:avLst/>
          </a:prstGeom>
          <a:noFill/>
          <a:ln w="9525" cap="flat" cmpd="sng">
            <a:solidFill>
              <a:srgbClr val="E8825E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54" name="Google Shape;254;p2"/>
          <p:cNvCxnSpPr/>
          <p:nvPr/>
        </p:nvCxnSpPr>
        <p:spPr>
          <a:xfrm>
            <a:off x="7906581" y="2932207"/>
            <a:ext cx="0" cy="1246048"/>
          </a:xfrm>
          <a:prstGeom prst="straightConnector1">
            <a:avLst/>
          </a:prstGeom>
          <a:noFill/>
          <a:ln w="9525" cap="flat" cmpd="sng">
            <a:solidFill>
              <a:srgbClr val="E8825E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55" name="Google Shape;255;p2"/>
          <p:cNvCxnSpPr/>
          <p:nvPr/>
        </p:nvCxnSpPr>
        <p:spPr>
          <a:xfrm>
            <a:off x="8538040" y="2922731"/>
            <a:ext cx="0" cy="1246048"/>
          </a:xfrm>
          <a:prstGeom prst="straightConnector1">
            <a:avLst/>
          </a:prstGeom>
          <a:noFill/>
          <a:ln w="9525" cap="flat" cmpd="sng">
            <a:solidFill>
              <a:srgbClr val="E8825E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56" name="Google Shape;256;p2"/>
          <p:cNvCxnSpPr/>
          <p:nvPr/>
        </p:nvCxnSpPr>
        <p:spPr>
          <a:xfrm>
            <a:off x="7525627" y="937532"/>
            <a:ext cx="0" cy="1246048"/>
          </a:xfrm>
          <a:prstGeom prst="straightConnector1">
            <a:avLst/>
          </a:prstGeom>
          <a:noFill/>
          <a:ln w="9525" cap="flat" cmpd="sng">
            <a:solidFill>
              <a:srgbClr val="E8825E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57" name="Google Shape;257;p2"/>
          <p:cNvCxnSpPr/>
          <p:nvPr/>
        </p:nvCxnSpPr>
        <p:spPr>
          <a:xfrm>
            <a:off x="7897895" y="947008"/>
            <a:ext cx="0" cy="1246048"/>
          </a:xfrm>
          <a:prstGeom prst="straightConnector1">
            <a:avLst/>
          </a:prstGeom>
          <a:noFill/>
          <a:ln w="9525" cap="flat" cmpd="sng">
            <a:solidFill>
              <a:srgbClr val="E8825E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58" name="Google Shape;258;p2"/>
          <p:cNvCxnSpPr/>
          <p:nvPr/>
        </p:nvCxnSpPr>
        <p:spPr>
          <a:xfrm>
            <a:off x="8543568" y="937532"/>
            <a:ext cx="0" cy="1246048"/>
          </a:xfrm>
          <a:prstGeom prst="straightConnector1">
            <a:avLst/>
          </a:prstGeom>
          <a:noFill/>
          <a:ln w="9525" cap="flat" cmpd="sng">
            <a:solidFill>
              <a:srgbClr val="E8825E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259" name="Google Shape;25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44715" y="2911421"/>
            <a:ext cx="1490400" cy="1476202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"/>
          <p:cNvSpPr txBox="1"/>
          <p:nvPr/>
        </p:nvSpPr>
        <p:spPr>
          <a:xfrm rot="-5400000">
            <a:off x="2492090" y="3119299"/>
            <a:ext cx="2194500" cy="1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-BE"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Decolonisation rate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1" name="Google Shape;261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36941" y="998446"/>
            <a:ext cx="1705367" cy="1473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2" name="Google Shape;262;p2"/>
          <p:cNvCxnSpPr/>
          <p:nvPr/>
        </p:nvCxnSpPr>
        <p:spPr>
          <a:xfrm>
            <a:off x="4052250" y="1017688"/>
            <a:ext cx="0" cy="1246048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63" name="Google Shape;263;p2"/>
          <p:cNvCxnSpPr/>
          <p:nvPr/>
        </p:nvCxnSpPr>
        <p:spPr>
          <a:xfrm>
            <a:off x="4432064" y="1027951"/>
            <a:ext cx="0" cy="1246048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64" name="Google Shape;264;p2"/>
          <p:cNvCxnSpPr/>
          <p:nvPr/>
        </p:nvCxnSpPr>
        <p:spPr>
          <a:xfrm>
            <a:off x="4807142" y="1023213"/>
            <a:ext cx="0" cy="1246048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65" name="Google Shape;265;p2"/>
          <p:cNvCxnSpPr/>
          <p:nvPr/>
        </p:nvCxnSpPr>
        <p:spPr>
          <a:xfrm>
            <a:off x="4065363" y="2893647"/>
            <a:ext cx="0" cy="1246048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66" name="Google Shape;266;p2"/>
          <p:cNvCxnSpPr/>
          <p:nvPr/>
        </p:nvCxnSpPr>
        <p:spPr>
          <a:xfrm>
            <a:off x="4435701" y="2903910"/>
            <a:ext cx="0" cy="1246048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67" name="Google Shape;267;p2"/>
          <p:cNvCxnSpPr/>
          <p:nvPr/>
        </p:nvCxnSpPr>
        <p:spPr>
          <a:xfrm>
            <a:off x="4810779" y="2899172"/>
            <a:ext cx="0" cy="1246048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68" name="Google Shape;268;p2"/>
          <p:cNvCxnSpPr/>
          <p:nvPr/>
        </p:nvCxnSpPr>
        <p:spPr>
          <a:xfrm>
            <a:off x="4063603" y="1620934"/>
            <a:ext cx="1065300" cy="474300"/>
          </a:xfrm>
          <a:prstGeom prst="curvedConnector3">
            <a:avLst>
              <a:gd name="adj1" fmla="val 55339"/>
            </a:avLst>
          </a:prstGeom>
          <a:noFill/>
          <a:ln w="28575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9" name="Google Shape;269;p2"/>
          <p:cNvCxnSpPr/>
          <p:nvPr/>
        </p:nvCxnSpPr>
        <p:spPr>
          <a:xfrm>
            <a:off x="3750527" y="1620934"/>
            <a:ext cx="304800" cy="0"/>
          </a:xfrm>
          <a:prstGeom prst="straightConnector1">
            <a:avLst/>
          </a:prstGeom>
          <a:noFill/>
          <a:ln w="28575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0" name="Google Shape;270;p2"/>
          <p:cNvCxnSpPr/>
          <p:nvPr/>
        </p:nvCxnSpPr>
        <p:spPr>
          <a:xfrm rot="10800000" flipH="1">
            <a:off x="4069080" y="3269482"/>
            <a:ext cx="1014300" cy="605100"/>
          </a:xfrm>
          <a:prstGeom prst="curvedConnector3">
            <a:avLst>
              <a:gd name="adj1" fmla="val 55135"/>
            </a:avLst>
          </a:prstGeom>
          <a:noFill/>
          <a:ln w="25400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1" name="Google Shape;271;p2"/>
          <p:cNvCxnSpPr/>
          <p:nvPr/>
        </p:nvCxnSpPr>
        <p:spPr>
          <a:xfrm>
            <a:off x="3775355" y="3873070"/>
            <a:ext cx="304800" cy="0"/>
          </a:xfrm>
          <a:prstGeom prst="straightConnector1">
            <a:avLst/>
          </a:prstGeom>
          <a:noFill/>
          <a:ln w="25400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2" name="Google Shape;272;p2"/>
          <p:cNvCxnSpPr/>
          <p:nvPr/>
        </p:nvCxnSpPr>
        <p:spPr>
          <a:xfrm>
            <a:off x="4088896" y="1026297"/>
            <a:ext cx="0" cy="1246048"/>
          </a:xfrm>
          <a:prstGeom prst="straightConnector1">
            <a:avLst/>
          </a:prstGeom>
          <a:noFill/>
          <a:ln w="9525" cap="flat" cmpd="sng">
            <a:solidFill>
              <a:srgbClr val="E8825E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73" name="Google Shape;273;p2"/>
          <p:cNvCxnSpPr/>
          <p:nvPr/>
        </p:nvCxnSpPr>
        <p:spPr>
          <a:xfrm>
            <a:off x="4461164" y="1035773"/>
            <a:ext cx="0" cy="1246048"/>
          </a:xfrm>
          <a:prstGeom prst="straightConnector1">
            <a:avLst/>
          </a:prstGeom>
          <a:noFill/>
          <a:ln w="9525" cap="flat" cmpd="sng">
            <a:solidFill>
              <a:srgbClr val="E8825E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74" name="Google Shape;274;p2"/>
          <p:cNvCxnSpPr/>
          <p:nvPr/>
        </p:nvCxnSpPr>
        <p:spPr>
          <a:xfrm>
            <a:off x="5116313" y="1026297"/>
            <a:ext cx="0" cy="1246048"/>
          </a:xfrm>
          <a:prstGeom prst="straightConnector1">
            <a:avLst/>
          </a:prstGeom>
          <a:noFill/>
          <a:ln w="9525" cap="flat" cmpd="sng">
            <a:solidFill>
              <a:srgbClr val="E8825E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75" name="Google Shape;275;p2"/>
          <p:cNvCxnSpPr/>
          <p:nvPr/>
        </p:nvCxnSpPr>
        <p:spPr>
          <a:xfrm>
            <a:off x="4106306" y="2927321"/>
            <a:ext cx="0" cy="1246048"/>
          </a:xfrm>
          <a:prstGeom prst="straightConnector1">
            <a:avLst/>
          </a:prstGeom>
          <a:noFill/>
          <a:ln w="9525" cap="flat" cmpd="sng">
            <a:solidFill>
              <a:srgbClr val="E8825E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76" name="Google Shape;276;p2"/>
          <p:cNvCxnSpPr/>
          <p:nvPr/>
        </p:nvCxnSpPr>
        <p:spPr>
          <a:xfrm>
            <a:off x="4469100" y="2903345"/>
            <a:ext cx="0" cy="1246048"/>
          </a:xfrm>
          <a:prstGeom prst="straightConnector1">
            <a:avLst/>
          </a:prstGeom>
          <a:noFill/>
          <a:ln w="9525" cap="flat" cmpd="sng">
            <a:solidFill>
              <a:srgbClr val="E8825E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77" name="Google Shape;277;p2"/>
          <p:cNvCxnSpPr/>
          <p:nvPr/>
        </p:nvCxnSpPr>
        <p:spPr>
          <a:xfrm>
            <a:off x="5100559" y="2903345"/>
            <a:ext cx="0" cy="1246048"/>
          </a:xfrm>
          <a:prstGeom prst="straightConnector1">
            <a:avLst/>
          </a:prstGeom>
          <a:noFill/>
          <a:ln w="9525" cap="flat" cmpd="sng">
            <a:solidFill>
              <a:srgbClr val="E8825E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278" name="Google Shape;27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17516" y="2913896"/>
            <a:ext cx="1490400" cy="1476202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"/>
          <p:cNvSpPr txBox="1"/>
          <p:nvPr/>
        </p:nvSpPr>
        <p:spPr>
          <a:xfrm rot="-5400000">
            <a:off x="4156166" y="3139421"/>
            <a:ext cx="2194500" cy="1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-BE"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Decolonisation rate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" name="Google Shape;28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47427" y="998446"/>
            <a:ext cx="1705367" cy="1473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1" name="Google Shape;281;p2"/>
          <p:cNvCxnSpPr/>
          <p:nvPr/>
        </p:nvCxnSpPr>
        <p:spPr>
          <a:xfrm>
            <a:off x="5758487" y="1032059"/>
            <a:ext cx="0" cy="1246048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82" name="Google Shape;282;p2"/>
          <p:cNvCxnSpPr/>
          <p:nvPr/>
        </p:nvCxnSpPr>
        <p:spPr>
          <a:xfrm>
            <a:off x="6138301" y="1042322"/>
            <a:ext cx="0" cy="1246048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83" name="Google Shape;283;p2"/>
          <p:cNvCxnSpPr/>
          <p:nvPr/>
        </p:nvCxnSpPr>
        <p:spPr>
          <a:xfrm>
            <a:off x="6513379" y="1037584"/>
            <a:ext cx="0" cy="1246048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84" name="Google Shape;284;p2"/>
          <p:cNvCxnSpPr/>
          <p:nvPr/>
        </p:nvCxnSpPr>
        <p:spPr>
          <a:xfrm>
            <a:off x="5740636" y="2915848"/>
            <a:ext cx="0" cy="1246048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85" name="Google Shape;285;p2"/>
          <p:cNvCxnSpPr/>
          <p:nvPr/>
        </p:nvCxnSpPr>
        <p:spPr>
          <a:xfrm>
            <a:off x="6120450" y="2926111"/>
            <a:ext cx="0" cy="1246048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86" name="Google Shape;286;p2"/>
          <p:cNvCxnSpPr/>
          <p:nvPr/>
        </p:nvCxnSpPr>
        <p:spPr>
          <a:xfrm>
            <a:off x="6495528" y="2921373"/>
            <a:ext cx="0" cy="1246048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87" name="Google Shape;287;p2"/>
          <p:cNvCxnSpPr/>
          <p:nvPr/>
        </p:nvCxnSpPr>
        <p:spPr>
          <a:xfrm>
            <a:off x="5467578" y="1589496"/>
            <a:ext cx="292200" cy="600"/>
          </a:xfrm>
          <a:prstGeom prst="straightConnector1">
            <a:avLst/>
          </a:prstGeom>
          <a:noFill/>
          <a:ln w="28575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8" name="Google Shape;288;p2"/>
          <p:cNvCxnSpPr/>
          <p:nvPr/>
        </p:nvCxnSpPr>
        <p:spPr>
          <a:xfrm>
            <a:off x="5753028" y="1589496"/>
            <a:ext cx="1047452" cy="471457"/>
          </a:xfrm>
          <a:prstGeom prst="straightConnector1">
            <a:avLst/>
          </a:prstGeom>
          <a:noFill/>
          <a:ln w="28575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9" name="Google Shape;289;p2"/>
          <p:cNvCxnSpPr/>
          <p:nvPr/>
        </p:nvCxnSpPr>
        <p:spPr>
          <a:xfrm>
            <a:off x="5434706" y="3875796"/>
            <a:ext cx="316796" cy="300"/>
          </a:xfrm>
          <a:prstGeom prst="straightConnector1">
            <a:avLst/>
          </a:prstGeom>
          <a:noFill/>
          <a:ln w="25400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0" name="Google Shape;290;p2"/>
          <p:cNvCxnSpPr/>
          <p:nvPr/>
        </p:nvCxnSpPr>
        <p:spPr>
          <a:xfrm rot="10800000" flipH="1">
            <a:off x="5753028" y="3164866"/>
            <a:ext cx="1047452" cy="710630"/>
          </a:xfrm>
          <a:prstGeom prst="straightConnector1">
            <a:avLst/>
          </a:prstGeom>
          <a:noFill/>
          <a:ln w="25400" cap="flat" cmpd="sng">
            <a:solidFill>
              <a:srgbClr val="E882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1" name="Google Shape;291;p2"/>
          <p:cNvCxnSpPr/>
          <p:nvPr/>
        </p:nvCxnSpPr>
        <p:spPr>
          <a:xfrm>
            <a:off x="5796753" y="1037584"/>
            <a:ext cx="0" cy="1246048"/>
          </a:xfrm>
          <a:prstGeom prst="straightConnector1">
            <a:avLst/>
          </a:prstGeom>
          <a:noFill/>
          <a:ln w="9525" cap="flat" cmpd="sng">
            <a:solidFill>
              <a:srgbClr val="E8825E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92" name="Google Shape;292;p2"/>
          <p:cNvCxnSpPr/>
          <p:nvPr/>
        </p:nvCxnSpPr>
        <p:spPr>
          <a:xfrm>
            <a:off x="6173759" y="1042322"/>
            <a:ext cx="0" cy="1246048"/>
          </a:xfrm>
          <a:prstGeom prst="straightConnector1">
            <a:avLst/>
          </a:prstGeom>
          <a:noFill/>
          <a:ln w="9525" cap="flat" cmpd="sng">
            <a:solidFill>
              <a:srgbClr val="E8825E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93" name="Google Shape;293;p2"/>
          <p:cNvCxnSpPr/>
          <p:nvPr/>
        </p:nvCxnSpPr>
        <p:spPr>
          <a:xfrm>
            <a:off x="6814694" y="1032846"/>
            <a:ext cx="0" cy="1246048"/>
          </a:xfrm>
          <a:prstGeom prst="straightConnector1">
            <a:avLst/>
          </a:prstGeom>
          <a:noFill/>
          <a:ln w="9525" cap="flat" cmpd="sng">
            <a:solidFill>
              <a:srgbClr val="E8825E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94" name="Google Shape;294;p2"/>
          <p:cNvCxnSpPr/>
          <p:nvPr/>
        </p:nvCxnSpPr>
        <p:spPr>
          <a:xfrm>
            <a:off x="5773063" y="2908337"/>
            <a:ext cx="0" cy="1246048"/>
          </a:xfrm>
          <a:prstGeom prst="straightConnector1">
            <a:avLst/>
          </a:prstGeom>
          <a:noFill/>
          <a:ln w="9525" cap="flat" cmpd="sng">
            <a:solidFill>
              <a:srgbClr val="E8825E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95" name="Google Shape;295;p2"/>
          <p:cNvCxnSpPr/>
          <p:nvPr/>
        </p:nvCxnSpPr>
        <p:spPr>
          <a:xfrm>
            <a:off x="6160952" y="2918634"/>
            <a:ext cx="0" cy="1246048"/>
          </a:xfrm>
          <a:prstGeom prst="straightConnector1">
            <a:avLst/>
          </a:prstGeom>
          <a:noFill/>
          <a:ln w="9525" cap="flat" cmpd="sng">
            <a:solidFill>
              <a:srgbClr val="E8825E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96" name="Google Shape;296;p2"/>
          <p:cNvCxnSpPr/>
          <p:nvPr/>
        </p:nvCxnSpPr>
        <p:spPr>
          <a:xfrm>
            <a:off x="6791004" y="2908337"/>
            <a:ext cx="0" cy="1246048"/>
          </a:xfrm>
          <a:prstGeom prst="straightConnector1">
            <a:avLst/>
          </a:prstGeom>
          <a:noFill/>
          <a:ln w="9525" cap="flat" cmpd="sng">
            <a:solidFill>
              <a:srgbClr val="E8825E"/>
            </a:solidFill>
            <a:prstDash val="dash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</Words>
  <Application>Microsoft Office PowerPoint</Application>
  <PresentationFormat>On-screen Show (16:9)</PresentationFormat>
  <Paragraphs>81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Calibri</vt:lpstr>
      <vt:lpstr>Arial</vt:lpstr>
      <vt:lpstr>Play</vt:lpstr>
      <vt:lpstr>Office Theme</vt:lpstr>
      <vt:lpstr>Simple Light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Esther van Kleef</dc:creator>
  <cp:lastModifiedBy>Esther Van Kleef</cp:lastModifiedBy>
  <cp:revision>3</cp:revision>
  <dcterms:modified xsi:type="dcterms:W3CDTF">2025-09-13T10:49:41Z</dcterms:modified>
</cp:coreProperties>
</file>